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2_221CB50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58" r:id="rId2"/>
  </p:sldIdLst>
  <p:sldSz cx="43891200" cy="32918400"/>
  <p:notesSz cx="6858000" cy="9144000"/>
  <p:defaultTextStyle>
    <a:defPPr>
      <a:defRPr lang="en-US"/>
    </a:defPPr>
    <a:lvl1pPr marL="0" algn="l" defTabSz="3686089" rtl="0" eaLnBrk="1" latinLnBrk="0" hangingPunct="1">
      <a:defRPr sz="7257" kern="1200">
        <a:solidFill>
          <a:schemeClr val="tx1"/>
        </a:solidFill>
        <a:latin typeface="+mn-lt"/>
        <a:ea typeface="+mn-ea"/>
        <a:cs typeface="+mn-cs"/>
      </a:defRPr>
    </a:lvl1pPr>
    <a:lvl2pPr marL="1843046" algn="l" defTabSz="3686089" rtl="0" eaLnBrk="1" latinLnBrk="0" hangingPunct="1">
      <a:defRPr sz="7257" kern="1200">
        <a:solidFill>
          <a:schemeClr val="tx1"/>
        </a:solidFill>
        <a:latin typeface="+mn-lt"/>
        <a:ea typeface="+mn-ea"/>
        <a:cs typeface="+mn-cs"/>
      </a:defRPr>
    </a:lvl2pPr>
    <a:lvl3pPr marL="3686089" algn="l" defTabSz="3686089" rtl="0" eaLnBrk="1" latinLnBrk="0" hangingPunct="1">
      <a:defRPr sz="7257" kern="1200">
        <a:solidFill>
          <a:schemeClr val="tx1"/>
        </a:solidFill>
        <a:latin typeface="+mn-lt"/>
        <a:ea typeface="+mn-ea"/>
        <a:cs typeface="+mn-cs"/>
      </a:defRPr>
    </a:lvl3pPr>
    <a:lvl4pPr marL="5529139" algn="l" defTabSz="3686089" rtl="0" eaLnBrk="1" latinLnBrk="0" hangingPunct="1">
      <a:defRPr sz="7257" kern="1200">
        <a:solidFill>
          <a:schemeClr val="tx1"/>
        </a:solidFill>
        <a:latin typeface="+mn-lt"/>
        <a:ea typeface="+mn-ea"/>
        <a:cs typeface="+mn-cs"/>
      </a:defRPr>
    </a:lvl4pPr>
    <a:lvl5pPr marL="7372183" algn="l" defTabSz="3686089" rtl="0" eaLnBrk="1" latinLnBrk="0" hangingPunct="1">
      <a:defRPr sz="7257" kern="1200">
        <a:solidFill>
          <a:schemeClr val="tx1"/>
        </a:solidFill>
        <a:latin typeface="+mn-lt"/>
        <a:ea typeface="+mn-ea"/>
        <a:cs typeface="+mn-cs"/>
      </a:defRPr>
    </a:lvl5pPr>
    <a:lvl6pPr marL="9215233" algn="l" defTabSz="3686089" rtl="0" eaLnBrk="1" latinLnBrk="0" hangingPunct="1">
      <a:defRPr sz="7257" kern="1200">
        <a:solidFill>
          <a:schemeClr val="tx1"/>
        </a:solidFill>
        <a:latin typeface="+mn-lt"/>
        <a:ea typeface="+mn-ea"/>
        <a:cs typeface="+mn-cs"/>
      </a:defRPr>
    </a:lvl6pPr>
    <a:lvl7pPr marL="11058275" algn="l" defTabSz="3686089" rtl="0" eaLnBrk="1" latinLnBrk="0" hangingPunct="1">
      <a:defRPr sz="7257" kern="1200">
        <a:solidFill>
          <a:schemeClr val="tx1"/>
        </a:solidFill>
        <a:latin typeface="+mn-lt"/>
        <a:ea typeface="+mn-ea"/>
        <a:cs typeface="+mn-cs"/>
      </a:defRPr>
    </a:lvl7pPr>
    <a:lvl8pPr marL="12901322" algn="l" defTabSz="3686089" rtl="0" eaLnBrk="1" latinLnBrk="0" hangingPunct="1">
      <a:defRPr sz="7257" kern="1200">
        <a:solidFill>
          <a:schemeClr val="tx1"/>
        </a:solidFill>
        <a:latin typeface="+mn-lt"/>
        <a:ea typeface="+mn-ea"/>
        <a:cs typeface="+mn-cs"/>
      </a:defRPr>
    </a:lvl8pPr>
    <a:lvl9pPr marL="14744368" algn="l" defTabSz="3686089" rtl="0" eaLnBrk="1" latinLnBrk="0" hangingPunct="1">
      <a:defRPr sz="7257"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851EA10-54FA-E223-EA61-F73F2C9582C1}" name="Sarvesh Prabhu" initials="" userId="S::sp2572@cornell.edu::890f63d2-8d43-4dbb-92cc-564a69fd5957" providerId="AD"/>
  <p188:author id="{BBA41623-AE06-4692-17B4-F1323D7463C3}" name="Alex Alexander Gardocki" initials="" userId="S::rag325@cornell.edu::42ea71af-ffa9-4779-9c00-da3de289d526" providerId="AD"/>
  <p188:author id="{10132A4E-15ED-8B1D-B9A7-51A317430176}" name="Lily Elaine DuPlooy" initials="LD" userId="S::led92@cornell.edu::cfad69aa-d9de-40b3-aaa5-747d3dd091ab" providerId="AD"/>
  <p188:author id="{B244FCB5-E42A-08BF-DEF7-740FFA3B504E}" name="Lauren Kan Ru Hsu" initials="" userId="S::lkh58@cornell.edu::e28fd7db-94fe-4779-bd9b-0dbebad9240e" providerId="AD"/>
  <p188:author id="{073EE4BB-6977-1047-53A0-09CE975640F5}" name="Aaron Gu" initials="" userId="S::ag2698@cornell.edu::bc224623-7924-4f5e-985a-2bd43e15f63c" providerId="AD"/>
  <p188:author id="{F950B1C6-119D-AA41-2304-66757E3B0C9D}" name="Irene Ma" initials="" userId="S::im398@cornell.edu::556d0386-e2c8-4c19-8d70-b452fb76f59f" providerId="AD"/>
  <p188:author id="{F74A6AC7-6BE3-DF3C-DF70-F7B3E6942B89}" name="Aronya Sarker" initials="" userId="S::as4447@cornell.edu::d5ff9d68-a17e-4ff1-854c-ceddfa1cfe9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E5E5E"/>
    <a:srgbClr val="2F2F2F"/>
    <a:srgbClr val="2E405B"/>
    <a:srgbClr val="6A7A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31"/>
    <p:restoredTop sz="94674"/>
  </p:normalViewPr>
  <p:slideViewPr>
    <p:cSldViewPr snapToGrid="0">
      <p:cViewPr>
        <p:scale>
          <a:sx n="43" d="100"/>
          <a:sy n="43" d="100"/>
        </p:scale>
        <p:origin x="144"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8/10/relationships/authors" Target="authors.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omments/modernComment_102_221CB500.xml><?xml version="1.0" encoding="utf-8"?>
<p188:cmLst xmlns:a="http://schemas.openxmlformats.org/drawingml/2006/main" xmlns:r="http://schemas.openxmlformats.org/officeDocument/2006/relationships" xmlns:p188="http://schemas.microsoft.com/office/powerpoint/2018/8/main">
  <p188:cm id="{CB774511-C3E6-1F4A-AFBF-7DF87ACCE942}" authorId="{BBA41623-AE06-4692-17B4-F1323D7463C3}" created="2026-04-14T03:30:24.702" startDate="2026-04-14T03:30:24.702" dueDate="2026-04-14T03:30:24.702" assignedTo="{F950B1C6-119D-AA41-2304-66757E3B0C9D}" title="@Irene Ma">
    <ac:txMkLst xmlns:ac="http://schemas.microsoft.com/office/drawing/2013/main/command">
      <pc:docMk xmlns:pc="http://schemas.microsoft.com/office/powerpoint/2013/main/command"/>
      <pc:sldMk xmlns:pc="http://schemas.microsoft.com/office/powerpoint/2013/main/command" cId="572306688" sldId="258"/>
      <ac:spMk id="19" creationId="{0E508B99-3794-B014-860C-2F257109C7DB}"/>
      <ac:txMk cp="0" len="12">
        <ac:context len="13" hash="3469331983"/>
      </ac:txMk>
    </ac:txMkLst>
    <p188:pos x="6749935" y="1539517"/>
    <p188:txBody>
      <a:bodyPr/>
      <a:lstStyle/>
      <a:p>
        <a:r>
          <a:rPr lang="en-US"/>
          <a:t>[@Irene Ma]</a:t>
        </a:r>
      </a:p>
    </p188:txBody>
    <p188:extLst>
      <p:ext xmlns:p="http://schemas.openxmlformats.org/presentationml/2006/main" uri="{5BB2D875-25FF-4072-B9AC-8F64D62656EB}">
        <p228:taskDetails xmlns:p228="http://schemas.microsoft.com/office/powerpoint/2022/08/main">
          <p228:history>
            <p228:event time="2026-04-14T03:30:24.702" id="{F48F7D00-4232-9441-9233-4D23F5C89B4D}">
              <p228:atrbtn authorId="{BBA41623-AE06-4692-17B4-F1323D7463C3}"/>
              <p228:anchr>
                <p228:comment id="{CB774511-C3E6-1F4A-AFBF-7DF87ACCE942}"/>
              </p228:anchr>
              <p228:add/>
            </p228:event>
            <p228:event time="2026-04-14T03:30:24.702" id="{B7990FE5-E957-E240-AAFF-CF01B796E49F}">
              <p228:atrbtn authorId="{BBA41623-AE06-4692-17B4-F1323D7463C3}"/>
              <p228:anchr>
                <p228:comment id="{CB774511-C3E6-1F4A-AFBF-7DF87ACCE942}"/>
              </p228:anchr>
              <p228:asgn authorId="{F950B1C6-119D-AA41-2304-66757E3B0C9D}"/>
            </p228:event>
            <p228:event time="2026-04-14T03:30:24.702" id="{835D01E9-EF51-9A40-B834-EA8A0D85CAC7}">
              <p228:atrbtn authorId="{BBA41623-AE06-4692-17B4-F1323D7463C3}"/>
              <p228:anchr>
                <p228:comment id="{CB774511-C3E6-1F4A-AFBF-7DF87ACCE942}"/>
              </p228:anchr>
              <p228:title val="@Irene Ma"/>
            </p228:event>
            <p228:event time="2026-04-14T03:30:24.702" id="{C8BEB91D-BBFE-B84D-BFAC-5DE9B199980C}">
              <p228:atrbtn authorId="{BBA41623-AE06-4692-17B4-F1323D7463C3}"/>
              <p228:anchr>
                <p228:comment id="{CB774511-C3E6-1F4A-AFBF-7DF87ACCE942}"/>
              </p228:anchr>
              <p228:date stDt="2026-04-14T03:30:24.702" endDt="2026-04-14T03:30:24.702"/>
            </p228:event>
          </p228:history>
        </p228:taskDetails>
      </p:ext>
    </p188:extLst>
  </p188:cm>
  <p188:cm id="{BCB4BE1A-8FAD-6149-BBC0-B8CAB3CE692F}" authorId="{BBA41623-AE06-4692-17B4-F1323D7463C3}" created="2026-04-14T03:31:17.834" startDate="2026-04-14T03:31:17.834" dueDate="2026-04-14T03:31:17.834" assignedTo="{F74A6AC7-6BE3-DF3C-DF70-F7B3E6942B89}" title="@Aronya Sarker">
    <ac:txMkLst xmlns:ac="http://schemas.microsoft.com/office/drawing/2013/main/command">
      <pc:docMk xmlns:pc="http://schemas.microsoft.com/office/powerpoint/2013/main/command"/>
      <pc:sldMk xmlns:pc="http://schemas.microsoft.com/office/powerpoint/2013/main/command" cId="572306688" sldId="258"/>
      <ac:spMk id="17" creationId="{74A7DC57-8C53-2729-1D50-9B0C30964891}"/>
      <ac:txMk cp="0" len="8">
        <ac:context len="9" hash="2953949537"/>
      </ac:txMk>
    </ac:txMkLst>
    <p188:pos x="6251171" y="1558636"/>
    <p188:txBody>
      <a:bodyPr/>
      <a:lstStyle/>
      <a:p>
        <a:r>
          <a:rPr lang="en-US"/>
          <a:t>[@Aronya Sarker]</a:t>
        </a:r>
      </a:p>
    </p188:txBody>
    <p188:extLst>
      <p:ext xmlns:p="http://schemas.openxmlformats.org/presentationml/2006/main" uri="{5BB2D875-25FF-4072-B9AC-8F64D62656EB}">
        <p228:taskDetails xmlns:p228="http://schemas.microsoft.com/office/powerpoint/2022/08/main">
          <p228:history>
            <p228:event time="2026-04-14T03:31:17.834" id="{C55E2F29-C08A-E348-A126-372A51609FEE}">
              <p228:atrbtn authorId="{BBA41623-AE06-4692-17B4-F1323D7463C3}"/>
              <p228:anchr>
                <p228:comment id="{BCB4BE1A-8FAD-6149-BBC0-B8CAB3CE692F}"/>
              </p228:anchr>
              <p228:add/>
            </p228:event>
            <p228:event time="2026-04-14T03:31:17.834" id="{AF923A5A-7854-3743-B8D4-F4B6BD3596F2}">
              <p228:atrbtn authorId="{BBA41623-AE06-4692-17B4-F1323D7463C3}"/>
              <p228:anchr>
                <p228:comment id="{BCB4BE1A-8FAD-6149-BBC0-B8CAB3CE692F}"/>
              </p228:anchr>
              <p228:asgn authorId="{F74A6AC7-6BE3-DF3C-DF70-F7B3E6942B89}"/>
            </p228:event>
            <p228:event time="2026-04-14T03:31:17.834" id="{8A27E388-96BA-794A-A24F-94AE2698F0E0}">
              <p228:atrbtn authorId="{BBA41623-AE06-4692-17B4-F1323D7463C3}"/>
              <p228:anchr>
                <p228:comment id="{BCB4BE1A-8FAD-6149-BBC0-B8CAB3CE692F}"/>
              </p228:anchr>
              <p228:title val="@Aronya Sarker"/>
            </p228:event>
            <p228:event time="2026-04-14T03:31:17.834" id="{312C9D43-A096-C044-8EE8-F4EEAE2339BC}">
              <p228:atrbtn authorId="{BBA41623-AE06-4692-17B4-F1323D7463C3}"/>
              <p228:anchr>
                <p228:comment id="{BCB4BE1A-8FAD-6149-BBC0-B8CAB3CE692F}"/>
              </p228:anchr>
              <p228:date stDt="2026-04-14T03:31:17.834" endDt="2026-04-14T03:31:17.834"/>
            </p228:event>
          </p228:history>
        </p228:taskDetails>
      </p:ext>
    </p188:extLst>
  </p188:cm>
  <p188:cm id="{3737E76D-8654-544F-BD90-4F90FE5F1A78}" authorId="{BBA41623-AE06-4692-17B4-F1323D7463C3}" created="2026-04-14T03:32:31.858" startDate="2026-04-14T03:32:31.858" dueDate="2026-04-14T03:32:31.858" assignedTo="{5851EA10-54FA-E223-EA61-F73F2C9582C1}" title="@Sarvesh Prabhu">
    <ac:txMkLst xmlns:ac="http://schemas.microsoft.com/office/drawing/2013/main/command">
      <pc:docMk xmlns:pc="http://schemas.microsoft.com/office/powerpoint/2013/main/command"/>
      <pc:sldMk xmlns:pc="http://schemas.microsoft.com/office/powerpoint/2013/main/command" cId="572306688" sldId="258"/>
      <ac:spMk id="27" creationId="{4B74E56D-2417-C912-21E7-2CFE7724A512}"/>
      <ac:txMk cp="7" len="4">
        <ac:context len="12" hash="1286128843"/>
      </ac:txMk>
    </ac:txMkLst>
    <p188:pos x="6695290" y="1483723"/>
    <p188:txBody>
      <a:bodyPr/>
      <a:lstStyle/>
      <a:p>
        <a:r>
          <a:rPr lang="en-US"/>
          <a:t>[@Sarvesh Prabhu]</a:t>
        </a:r>
      </a:p>
    </p188:txBody>
    <p188:extLst>
      <p:ext xmlns:p="http://schemas.openxmlformats.org/presentationml/2006/main" uri="{5BB2D875-25FF-4072-B9AC-8F64D62656EB}">
        <p228:taskDetails xmlns:p228="http://schemas.microsoft.com/office/powerpoint/2022/08/main">
          <p228:history>
            <p228:event time="2026-04-14T03:32:31.858" id="{7AE6982D-82F5-0E46-842A-3D78E99323E6}">
              <p228:atrbtn authorId="{BBA41623-AE06-4692-17B4-F1323D7463C3}"/>
              <p228:anchr>
                <p228:comment id="{3737E76D-8654-544F-BD90-4F90FE5F1A78}"/>
              </p228:anchr>
              <p228:add/>
            </p228:event>
            <p228:event time="2026-04-14T03:32:31.858" id="{317F3AFB-8769-2B47-A9A8-AB8F0B532DEC}">
              <p228:atrbtn authorId="{BBA41623-AE06-4692-17B4-F1323D7463C3}"/>
              <p228:anchr>
                <p228:comment id="{3737E76D-8654-544F-BD90-4F90FE5F1A78}"/>
              </p228:anchr>
              <p228:asgn authorId="{5851EA10-54FA-E223-EA61-F73F2C9582C1}"/>
            </p228:event>
            <p228:event time="2026-04-14T03:32:31.858" id="{F365D42D-8985-9849-996B-BAABD2A25300}">
              <p228:atrbtn authorId="{BBA41623-AE06-4692-17B4-F1323D7463C3}"/>
              <p228:anchr>
                <p228:comment id="{3737E76D-8654-544F-BD90-4F90FE5F1A78}"/>
              </p228:anchr>
              <p228:title val="@Sarvesh Prabhu"/>
            </p228:event>
            <p228:event time="2026-04-14T03:32:31.858" id="{3496651E-A018-E349-A25F-830B4AC3E555}">
              <p228:atrbtn authorId="{BBA41623-AE06-4692-17B4-F1323D7463C3}"/>
              <p228:anchr>
                <p228:comment id="{3737E76D-8654-544F-BD90-4F90FE5F1A78}"/>
              </p228:anchr>
              <p228:date stDt="2026-04-14T03:32:31.858" endDt="2026-04-14T03:32:31.858"/>
            </p228:event>
          </p228:history>
        </p228:taskDetails>
      </p:ext>
    </p188:extLst>
  </p188:cm>
  <p188:cm id="{6C38A9CC-9D20-9745-8A41-987B44EB7236}" authorId="{BBA41623-AE06-4692-17B4-F1323D7463C3}" created="2026-04-14T03:33:15.088" startDate="2026-04-14T03:33:15.088" dueDate="2026-04-14T03:33:15.088" assignedTo="{073EE4BB-6977-1047-53A0-09CE975640F5}" title="@Aaron Gu">
    <ac:txMkLst xmlns:ac="http://schemas.microsoft.com/office/drawing/2013/main/command">
      <pc:docMk xmlns:pc="http://schemas.microsoft.com/office/powerpoint/2013/main/command"/>
      <pc:sldMk xmlns:pc="http://schemas.microsoft.com/office/powerpoint/2013/main/command" cId="572306688" sldId="258"/>
      <ac:spMk id="87" creationId="{083165FA-C766-976B-EB48-D2BF0078AE18}"/>
      <ac:txMk cp="0" len="22">
        <ac:context len="981" hash="4224580864"/>
      </ac:txMk>
    </ac:txMkLst>
    <p188:pos x="4723399" y="1711414"/>
    <p188:txBody>
      <a:bodyPr/>
      <a:lstStyle/>
      <a:p>
        <a:r>
          <a:rPr lang="en-US"/>
          <a:t>[@Aaron Gu]</a:t>
        </a:r>
      </a:p>
    </p188:txBody>
    <p188:extLst>
      <p:ext xmlns:p="http://schemas.openxmlformats.org/presentationml/2006/main" uri="{5BB2D875-25FF-4072-B9AC-8F64D62656EB}">
        <p228:taskDetails xmlns:p228="http://schemas.microsoft.com/office/powerpoint/2022/08/main">
          <p228:history>
            <p228:event time="2026-04-14T03:33:15.088" id="{E478F1A6-9E3E-B44A-98FF-6C8B88963205}">
              <p228:atrbtn authorId="{BBA41623-AE06-4692-17B4-F1323D7463C3}"/>
              <p228:anchr>
                <p228:comment id="{6C38A9CC-9D20-9745-8A41-987B44EB7236}"/>
              </p228:anchr>
              <p228:add/>
            </p228:event>
            <p228:event time="2026-04-14T03:33:15.088" id="{9A50AE48-E38F-CE45-A82C-E78E9BC6553B}">
              <p228:atrbtn authorId="{BBA41623-AE06-4692-17B4-F1323D7463C3}"/>
              <p228:anchr>
                <p228:comment id="{6C38A9CC-9D20-9745-8A41-987B44EB7236}"/>
              </p228:anchr>
              <p228:asgn authorId="{073EE4BB-6977-1047-53A0-09CE975640F5}"/>
            </p228:event>
            <p228:event time="2026-04-14T03:33:15.088" id="{2608873A-3985-BE4B-A085-136DBAA60CF9}">
              <p228:atrbtn authorId="{BBA41623-AE06-4692-17B4-F1323D7463C3}"/>
              <p228:anchr>
                <p228:comment id="{6C38A9CC-9D20-9745-8A41-987B44EB7236}"/>
              </p228:anchr>
              <p228:title val="@Aaron Gu"/>
            </p228:event>
            <p228:event time="2026-04-14T03:33:15.088" id="{9BF96B40-3C9C-434A-9308-5729B6207D89}">
              <p228:atrbtn authorId="{BBA41623-AE06-4692-17B4-F1323D7463C3}"/>
              <p228:anchr>
                <p228:comment id="{6C38A9CC-9D20-9745-8A41-987B44EB7236}"/>
              </p228:anchr>
              <p228:date stDt="2026-04-14T03:33:15.088" endDt="2026-04-14T03:33:15.088"/>
            </p228:event>
            <p228:event time="2026-04-15T13:30:05.015" id="{E0C9A643-C901-4EF0-9759-63D3E4B96FF3}">
              <p228:atrbtn authorId="{073EE4BB-6977-1047-53A0-09CE975640F5}"/>
              <p228:anchr>
                <p228:comment id="{00000000-0000-0000-0000-000000000000}"/>
              </p228:anchr>
              <p228:pcntCmplt val="100000"/>
            </p228:event>
            <p228:event time="2026-04-15T13:30:12.375" id="{1E80FECA-B2B4-4B6B-9899-10B77F7E06E5}">
              <p228:atrbtn authorId="{073EE4BB-6977-1047-53A0-09CE975640F5}"/>
              <p228:anchr>
                <p228:comment id="{00000000-0000-0000-0000-000000000000}"/>
              </p228:anchr>
              <p228:pcntCmplt val="0"/>
            </p228:event>
          </p228:history>
        </p228:taskDetails>
      </p:ext>
    </p188:extLst>
  </p188:cm>
  <p188:cm id="{188A4A00-8C41-E44A-A5AA-7126E52493C5}" authorId="{BBA41623-AE06-4692-17B4-F1323D7463C3}" created="2026-04-14T03:37:48.082" startDate="2026-04-14T03:37:48.082" dueDate="2026-04-14T03:37:48.082" assignedTo="{B244FCB5-E42A-08BF-DEF7-740FFA3B504E}" title="@Lauren Kan Ru Hsu">
    <ac:txMkLst xmlns:ac="http://schemas.microsoft.com/office/drawing/2013/main/command">
      <pc:docMk xmlns:pc="http://schemas.microsoft.com/office/powerpoint/2013/main/command"/>
      <pc:sldMk xmlns:pc="http://schemas.microsoft.com/office/powerpoint/2013/main/command" cId="572306688" sldId="258"/>
      <ac:spMk id="58" creationId="{02A91E1D-CDF5-7259-C9F0-009E43ECA903}"/>
      <ac:txMk cp="721">
        <ac:context len="1546" hash="329886836"/>
      </ac:txMk>
    </ac:txMkLst>
    <p188:pos x="7683174" y="2563348"/>
    <p188:txBody>
      <a:bodyPr/>
      <a:lstStyle/>
      <a:p>
        <a:r>
          <a:rPr lang="en-US"/>
          <a:t>[@Lauren Kan Ru Hsu]</a:t>
        </a:r>
      </a:p>
    </p188:txBody>
    <p188:extLst>
      <p:ext xmlns:p="http://schemas.openxmlformats.org/presentationml/2006/main" uri="{5BB2D875-25FF-4072-B9AC-8F64D62656EB}">
        <p228:taskDetails xmlns:p228="http://schemas.microsoft.com/office/powerpoint/2022/08/main">
          <p228:history>
            <p228:event time="2026-04-14T03:37:48.082" id="{2CBCC217-A24B-8E49-93D4-A93FB5C1BCCD}">
              <p228:atrbtn authorId="{BBA41623-AE06-4692-17B4-F1323D7463C3}"/>
              <p228:anchr>
                <p228:comment id="{188A4A00-8C41-E44A-A5AA-7126E52493C5}"/>
              </p228:anchr>
              <p228:add/>
            </p228:event>
            <p228:event time="2026-04-14T03:37:48.082" id="{724E9EE0-AFBD-FC49-94A4-F44BBFB659BF}">
              <p228:atrbtn authorId="{BBA41623-AE06-4692-17B4-F1323D7463C3}"/>
              <p228:anchr>
                <p228:comment id="{188A4A00-8C41-E44A-A5AA-7126E52493C5}"/>
              </p228:anchr>
              <p228:asgn authorId="{B244FCB5-E42A-08BF-DEF7-740FFA3B504E}"/>
            </p228:event>
            <p228:event time="2026-04-14T03:37:48.082" id="{B5872ED6-C057-3849-86FF-0832BB41F6F3}">
              <p228:atrbtn authorId="{BBA41623-AE06-4692-17B4-F1323D7463C3}"/>
              <p228:anchr>
                <p228:comment id="{188A4A00-8C41-E44A-A5AA-7126E52493C5}"/>
              </p228:anchr>
              <p228:title val="@Lauren Kan Ru Hsu"/>
            </p228:event>
            <p228:event time="2026-04-14T03:37:48.082" id="{B624D504-600C-514C-8C49-33A2078B1EB3}">
              <p228:atrbtn authorId="{BBA41623-AE06-4692-17B4-F1323D7463C3}"/>
              <p228:anchr>
                <p228:comment id="{188A4A00-8C41-E44A-A5AA-7126E52493C5}"/>
              </p228:anchr>
              <p228:date stDt="2026-04-14T03:37:48.082" endDt="2026-04-14T03:37:48.082"/>
            </p228:event>
          </p228:history>
        </p228:taskDetails>
      </p:ext>
    </p188:extLst>
  </p188:cm>
  <p188:cm id="{7CCBDEB6-FE3C-004F-A48F-A76C625134D8}" authorId="{BBA41623-AE06-4692-17B4-F1323D7463C3}" created="2026-04-14T03:38:18.605" startDate="2026-04-14T03:38:18.605" dueDate="2026-04-14T03:38:18.605" assignedTo="{5851EA10-54FA-E223-EA61-F73F2C9582C1}" title="@Sarvesh Prabhu">
    <ac:txMkLst xmlns:ac="http://schemas.microsoft.com/office/drawing/2013/main/command">
      <pc:docMk xmlns:pc="http://schemas.microsoft.com/office/powerpoint/2013/main/command"/>
      <pc:sldMk xmlns:pc="http://schemas.microsoft.com/office/powerpoint/2013/main/command" cId="572306688" sldId="258"/>
      <ac:spMk id="58" creationId="{02A91E1D-CDF5-7259-C9F0-009E43ECA903}"/>
      <ac:txMk cp="0">
        <ac:context len="1546" hash="329886836"/>
      </ac:txMk>
    </ac:txMkLst>
    <p188:pos x="8057247" y="1690511"/>
    <p188:txBody>
      <a:bodyPr/>
      <a:lstStyle/>
      <a:p>
        <a:r>
          <a:rPr lang="en-US"/>
          <a:t>[@Sarvesh Prabhu]</a:t>
        </a:r>
      </a:p>
    </p188:txBody>
    <p188:extLst>
      <p:ext xmlns:p="http://schemas.openxmlformats.org/presentationml/2006/main" uri="{5BB2D875-25FF-4072-B9AC-8F64D62656EB}">
        <p228:taskDetails xmlns:p228="http://schemas.microsoft.com/office/powerpoint/2022/08/main">
          <p228:history>
            <p228:event time="2026-04-14T03:38:18.605" id="{5B935538-C9DA-F641-889F-2003517F535D}">
              <p228:atrbtn authorId="{BBA41623-AE06-4692-17B4-F1323D7463C3}"/>
              <p228:anchr>
                <p228:comment id="{7CCBDEB6-FE3C-004F-A48F-A76C625134D8}"/>
              </p228:anchr>
              <p228:add/>
            </p228:event>
            <p228:event time="2026-04-14T03:38:18.605" id="{C85E4EB1-E221-2F41-B9AD-FF6EEE9818E0}">
              <p228:atrbtn authorId="{BBA41623-AE06-4692-17B4-F1323D7463C3}"/>
              <p228:anchr>
                <p228:comment id="{7CCBDEB6-FE3C-004F-A48F-A76C625134D8}"/>
              </p228:anchr>
              <p228:asgn authorId="{5851EA10-54FA-E223-EA61-F73F2C9582C1}"/>
            </p228:event>
            <p228:event time="2026-04-14T03:38:18.605" id="{145B528A-3C18-3A40-9253-B187B82BBEBE}">
              <p228:atrbtn authorId="{BBA41623-AE06-4692-17B4-F1323D7463C3}"/>
              <p228:anchr>
                <p228:comment id="{7CCBDEB6-FE3C-004F-A48F-A76C625134D8}"/>
              </p228:anchr>
              <p228:title val="@Sarvesh Prabhu"/>
            </p228:event>
            <p228:event time="2026-04-14T03:38:18.605" id="{64BDB32B-BFB4-644A-9D27-A39567B2BF66}">
              <p228:atrbtn authorId="{BBA41623-AE06-4692-17B4-F1323D7463C3}"/>
              <p228:anchr>
                <p228:comment id="{7CCBDEB6-FE3C-004F-A48F-A76C625134D8}"/>
              </p228:anchr>
              <p228:date stDt="2026-04-14T03:38:18.605" endDt="2026-04-14T03:38:18.605"/>
            </p228:event>
          </p228:history>
        </p228:taskDetails>
      </p:ext>
    </p188:extLst>
  </p188:cm>
  <p188:cm id="{9B925630-18AD-4E7E-8E38-EEDB1361B939}" authorId="{5851EA10-54FA-E223-EA61-F73F2C9582C1}" created="2026-04-21T02:35:21.161">
    <ac:txMkLst xmlns:ac="http://schemas.microsoft.com/office/drawing/2013/main/command">
      <pc:docMk xmlns:pc="http://schemas.microsoft.com/office/powerpoint/2013/main/command"/>
      <pc:sldMk xmlns:pc="http://schemas.microsoft.com/office/powerpoint/2013/main/command" cId="572306688" sldId="258"/>
      <ac:spMk id="25" creationId="{DF8449B3-861B-606A-A4D5-F5AAF7C78004}"/>
      <ac:txMk cp="0">
        <ac:context len="1" hash="13"/>
      </ac:txMk>
    </ac:txMkLst>
    <p188:txBody>
      <a:bodyPr/>
      <a:lstStyle/>
      <a:p>
        <a:r>
          <a:rPr lang="en-US"/>
          <a:t>This has been done to fill space,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7429E5-D458-E34B-B3DC-91C28EFE6965}" type="datetimeFigureOut">
              <a:rPr lang="en-US" smtClean="0"/>
              <a:t>4/25/26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335F86-73F3-9A44-95D7-F934EDCB4535}" type="slidenum">
              <a:rPr lang="en-US" smtClean="0"/>
              <a:t>‹#›</a:t>
            </a:fld>
            <a:endParaRPr lang="en-US"/>
          </a:p>
        </p:txBody>
      </p:sp>
    </p:spTree>
    <p:extLst>
      <p:ext uri="{BB962C8B-B14F-4D97-AF65-F5344CB8AC3E}">
        <p14:creationId xmlns:p14="http://schemas.microsoft.com/office/powerpoint/2010/main" val="2275545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E6964-A512-8D8B-B0A7-7E67F14BE4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7913E8-DDD7-8CBA-3E01-F88CC5085B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0226A1-2666-DD7C-5623-588CC77283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AD11186-4418-5A1F-5CF5-75F29E869ACF}"/>
              </a:ext>
            </a:extLst>
          </p:cNvPr>
          <p:cNvSpPr>
            <a:spLocks noGrp="1"/>
          </p:cNvSpPr>
          <p:nvPr>
            <p:ph type="sldNum" sz="quarter" idx="5"/>
          </p:nvPr>
        </p:nvSpPr>
        <p:spPr/>
        <p:txBody>
          <a:bodyPr/>
          <a:lstStyle/>
          <a:p>
            <a:fld id="{F2335F86-73F3-9A44-95D7-F934EDCB4535}" type="slidenum">
              <a:rPr lang="en-US" smtClean="0"/>
              <a:t>1</a:t>
            </a:fld>
            <a:endParaRPr lang="en-US"/>
          </a:p>
        </p:txBody>
      </p:sp>
    </p:spTree>
    <p:extLst>
      <p:ext uri="{BB962C8B-B14F-4D97-AF65-F5344CB8AC3E}">
        <p14:creationId xmlns:p14="http://schemas.microsoft.com/office/powerpoint/2010/main" val="36659057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86401" y="5387343"/>
            <a:ext cx="32918401" cy="11460480"/>
          </a:xfrm>
        </p:spPr>
        <p:txBody>
          <a:bodyPr anchor="b"/>
          <a:lstStyle>
            <a:lvl1pPr algn="ctr">
              <a:defRPr sz="21598"/>
            </a:lvl1pPr>
          </a:lstStyle>
          <a:p>
            <a:r>
              <a:rPr lang="en-US"/>
              <a:t>Click to edit Master title style</a:t>
            </a:r>
          </a:p>
        </p:txBody>
      </p:sp>
      <p:sp>
        <p:nvSpPr>
          <p:cNvPr id="3" name="Subtitle 2"/>
          <p:cNvSpPr>
            <a:spLocks noGrp="1"/>
          </p:cNvSpPr>
          <p:nvPr>
            <p:ph type="subTitle" idx="1"/>
          </p:nvPr>
        </p:nvSpPr>
        <p:spPr>
          <a:xfrm>
            <a:off x="5486401" y="17289783"/>
            <a:ext cx="32918401" cy="7947657"/>
          </a:xfrm>
        </p:spPr>
        <p:txBody>
          <a:bodyPr/>
          <a:lstStyle>
            <a:lvl1pPr marL="0" indent="0" algn="ctr">
              <a:buNone/>
              <a:defRPr sz="8640"/>
            </a:lvl1pPr>
            <a:lvl2pPr marL="1645881" indent="0" algn="ctr">
              <a:buNone/>
              <a:defRPr sz="7200"/>
            </a:lvl2pPr>
            <a:lvl3pPr marL="3291760" indent="0" algn="ctr">
              <a:buNone/>
              <a:defRPr sz="6480"/>
            </a:lvl3pPr>
            <a:lvl4pPr marL="4937641" indent="0" algn="ctr">
              <a:buNone/>
              <a:defRPr sz="5760"/>
            </a:lvl4pPr>
            <a:lvl5pPr marL="6583518" indent="0" algn="ctr">
              <a:buNone/>
              <a:defRPr sz="5760"/>
            </a:lvl5pPr>
            <a:lvl6pPr marL="8229397" indent="0" algn="ctr">
              <a:buNone/>
              <a:defRPr sz="5760"/>
            </a:lvl6pPr>
            <a:lvl7pPr marL="9875278" indent="0" algn="ctr">
              <a:buNone/>
              <a:defRPr sz="5760"/>
            </a:lvl7pPr>
            <a:lvl8pPr marL="11521157" indent="0" algn="ctr">
              <a:buNone/>
              <a:defRPr sz="5760"/>
            </a:lvl8pPr>
            <a:lvl9pPr marL="13167038" indent="0" algn="ctr">
              <a:buNone/>
              <a:defRPr sz="576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4/25/26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1" y="8206751"/>
            <a:ext cx="37856159" cy="13693137"/>
          </a:xfrm>
        </p:spPr>
        <p:txBody>
          <a:bodyPr anchor="b"/>
          <a:lstStyle>
            <a:lvl1pPr>
              <a:defRPr sz="21598"/>
            </a:lvl1pPr>
          </a:lstStyle>
          <a:p>
            <a:r>
              <a:rPr lang="en-US"/>
              <a:t>Click to edit Master title style</a:t>
            </a:r>
          </a:p>
        </p:txBody>
      </p:sp>
      <p:sp>
        <p:nvSpPr>
          <p:cNvPr id="3" name="Text Placeholder 2"/>
          <p:cNvSpPr>
            <a:spLocks noGrp="1"/>
          </p:cNvSpPr>
          <p:nvPr>
            <p:ph type="body" idx="1"/>
          </p:nvPr>
        </p:nvSpPr>
        <p:spPr>
          <a:xfrm>
            <a:off x="2994661" y="22029431"/>
            <a:ext cx="37856159" cy="7200897"/>
          </a:xfrm>
        </p:spPr>
        <p:txBody>
          <a:bodyPr/>
          <a:lstStyle>
            <a:lvl1pPr marL="0" indent="0">
              <a:buNone/>
              <a:defRPr sz="8640">
                <a:solidFill>
                  <a:schemeClr val="tx1">
                    <a:tint val="82000"/>
                  </a:schemeClr>
                </a:solidFill>
              </a:defRPr>
            </a:lvl1pPr>
            <a:lvl2pPr marL="1645881" indent="0">
              <a:buNone/>
              <a:defRPr sz="7200">
                <a:solidFill>
                  <a:schemeClr val="tx1">
                    <a:tint val="82000"/>
                  </a:schemeClr>
                </a:solidFill>
              </a:defRPr>
            </a:lvl2pPr>
            <a:lvl3pPr marL="3291760" indent="0">
              <a:buNone/>
              <a:defRPr sz="6480">
                <a:solidFill>
                  <a:schemeClr val="tx1">
                    <a:tint val="82000"/>
                  </a:schemeClr>
                </a:solidFill>
              </a:defRPr>
            </a:lvl3pPr>
            <a:lvl4pPr marL="4937641" indent="0">
              <a:buNone/>
              <a:defRPr sz="5760">
                <a:solidFill>
                  <a:schemeClr val="tx1">
                    <a:tint val="82000"/>
                  </a:schemeClr>
                </a:solidFill>
              </a:defRPr>
            </a:lvl4pPr>
            <a:lvl5pPr marL="6583518" indent="0">
              <a:buNone/>
              <a:defRPr sz="5760">
                <a:solidFill>
                  <a:schemeClr val="tx1">
                    <a:tint val="82000"/>
                  </a:schemeClr>
                </a:solidFill>
              </a:defRPr>
            </a:lvl5pPr>
            <a:lvl6pPr marL="8229397" indent="0">
              <a:buNone/>
              <a:defRPr sz="5760">
                <a:solidFill>
                  <a:schemeClr val="tx1">
                    <a:tint val="82000"/>
                  </a:schemeClr>
                </a:solidFill>
              </a:defRPr>
            </a:lvl6pPr>
            <a:lvl7pPr marL="9875278" indent="0">
              <a:buNone/>
              <a:defRPr sz="5760">
                <a:solidFill>
                  <a:schemeClr val="tx1">
                    <a:tint val="82000"/>
                  </a:schemeClr>
                </a:solidFill>
              </a:defRPr>
            </a:lvl7pPr>
            <a:lvl8pPr marL="11521157" indent="0">
              <a:buNone/>
              <a:defRPr sz="5760">
                <a:solidFill>
                  <a:schemeClr val="tx1">
                    <a:tint val="82000"/>
                  </a:schemeClr>
                </a:solidFill>
              </a:defRPr>
            </a:lvl8pPr>
            <a:lvl9pPr marL="13167038" indent="0">
              <a:buNone/>
              <a:defRPr sz="576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17519" y="8763000"/>
            <a:ext cx="18653760" cy="208864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219921" y="8763000"/>
            <a:ext cx="18653760" cy="208864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4/25/26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41" y="1752608"/>
            <a:ext cx="37856159" cy="6362703"/>
          </a:xfrm>
        </p:spPr>
        <p:txBody>
          <a:bodyPr/>
          <a:lstStyle/>
          <a:p>
            <a:r>
              <a:rPr lang="en-US"/>
              <a:t>Click to edit Master title style</a:t>
            </a:r>
          </a:p>
        </p:txBody>
      </p:sp>
      <p:sp>
        <p:nvSpPr>
          <p:cNvPr id="3" name="Text Placeholder 2"/>
          <p:cNvSpPr>
            <a:spLocks noGrp="1"/>
          </p:cNvSpPr>
          <p:nvPr>
            <p:ph type="body" idx="1"/>
          </p:nvPr>
        </p:nvSpPr>
        <p:spPr>
          <a:xfrm>
            <a:off x="3023243" y="8069583"/>
            <a:ext cx="18568034" cy="3954777"/>
          </a:xfrm>
        </p:spPr>
        <p:txBody>
          <a:bodyPr anchor="b"/>
          <a:lstStyle>
            <a:lvl1pPr marL="0" indent="0">
              <a:buNone/>
              <a:defRPr sz="8640" b="1"/>
            </a:lvl1pPr>
            <a:lvl2pPr marL="1645881" indent="0">
              <a:buNone/>
              <a:defRPr sz="7200" b="1"/>
            </a:lvl2pPr>
            <a:lvl3pPr marL="3291760" indent="0">
              <a:buNone/>
              <a:defRPr sz="6480" b="1"/>
            </a:lvl3pPr>
            <a:lvl4pPr marL="4937641" indent="0">
              <a:buNone/>
              <a:defRPr sz="5760" b="1"/>
            </a:lvl4pPr>
            <a:lvl5pPr marL="6583518" indent="0">
              <a:buNone/>
              <a:defRPr sz="5760" b="1"/>
            </a:lvl5pPr>
            <a:lvl6pPr marL="8229397" indent="0">
              <a:buNone/>
              <a:defRPr sz="5760" b="1"/>
            </a:lvl6pPr>
            <a:lvl7pPr marL="9875278" indent="0">
              <a:buNone/>
              <a:defRPr sz="5760" b="1"/>
            </a:lvl7pPr>
            <a:lvl8pPr marL="11521157" indent="0">
              <a:buNone/>
              <a:defRPr sz="5760" b="1"/>
            </a:lvl8pPr>
            <a:lvl9pPr marL="13167038" indent="0">
              <a:buNone/>
              <a:defRPr sz="5760" b="1"/>
            </a:lvl9pPr>
          </a:lstStyle>
          <a:p>
            <a:pPr lvl="0"/>
            <a:r>
              <a:rPr lang="en-US"/>
              <a:t>Click to edit Master text styles</a:t>
            </a:r>
          </a:p>
        </p:txBody>
      </p:sp>
      <p:sp>
        <p:nvSpPr>
          <p:cNvPr id="4" name="Content Placeholder 3"/>
          <p:cNvSpPr>
            <a:spLocks noGrp="1"/>
          </p:cNvSpPr>
          <p:nvPr>
            <p:ph sz="half" idx="2"/>
          </p:nvPr>
        </p:nvSpPr>
        <p:spPr>
          <a:xfrm>
            <a:off x="3023243" y="12024360"/>
            <a:ext cx="18568034" cy="176860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19924" y="8069583"/>
            <a:ext cx="18659477" cy="3954777"/>
          </a:xfrm>
        </p:spPr>
        <p:txBody>
          <a:bodyPr anchor="b"/>
          <a:lstStyle>
            <a:lvl1pPr marL="0" indent="0">
              <a:buNone/>
              <a:defRPr sz="8640" b="1"/>
            </a:lvl1pPr>
            <a:lvl2pPr marL="1645881" indent="0">
              <a:buNone/>
              <a:defRPr sz="7200" b="1"/>
            </a:lvl2pPr>
            <a:lvl3pPr marL="3291760" indent="0">
              <a:buNone/>
              <a:defRPr sz="6480" b="1"/>
            </a:lvl3pPr>
            <a:lvl4pPr marL="4937641" indent="0">
              <a:buNone/>
              <a:defRPr sz="5760" b="1"/>
            </a:lvl4pPr>
            <a:lvl5pPr marL="6583518" indent="0">
              <a:buNone/>
              <a:defRPr sz="5760" b="1"/>
            </a:lvl5pPr>
            <a:lvl6pPr marL="8229397" indent="0">
              <a:buNone/>
              <a:defRPr sz="5760" b="1"/>
            </a:lvl6pPr>
            <a:lvl7pPr marL="9875278" indent="0">
              <a:buNone/>
              <a:defRPr sz="5760" b="1"/>
            </a:lvl7pPr>
            <a:lvl8pPr marL="11521157" indent="0">
              <a:buNone/>
              <a:defRPr sz="5760" b="1"/>
            </a:lvl8pPr>
            <a:lvl9pPr marL="13167038" indent="0">
              <a:buNone/>
              <a:defRPr sz="5760" b="1"/>
            </a:lvl9pPr>
          </a:lstStyle>
          <a:p>
            <a:pPr lvl="0"/>
            <a:r>
              <a:rPr lang="en-US"/>
              <a:t>Click to edit Master text styles</a:t>
            </a:r>
          </a:p>
        </p:txBody>
      </p:sp>
      <p:sp>
        <p:nvSpPr>
          <p:cNvPr id="6" name="Content Placeholder 5"/>
          <p:cNvSpPr>
            <a:spLocks noGrp="1"/>
          </p:cNvSpPr>
          <p:nvPr>
            <p:ph sz="quarter" idx="4"/>
          </p:nvPr>
        </p:nvSpPr>
        <p:spPr>
          <a:xfrm>
            <a:off x="22219924" y="12024360"/>
            <a:ext cx="18659477" cy="176860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4/25/26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4/25/26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44" y="2194560"/>
            <a:ext cx="14156053" cy="7680960"/>
          </a:xfrm>
        </p:spPr>
        <p:txBody>
          <a:bodyPr anchor="b"/>
          <a:lstStyle>
            <a:lvl1pPr>
              <a:defRPr sz="11520"/>
            </a:lvl1pPr>
          </a:lstStyle>
          <a:p>
            <a:r>
              <a:rPr lang="en-US"/>
              <a:t>Click to edit Master title style</a:t>
            </a:r>
          </a:p>
        </p:txBody>
      </p:sp>
      <p:sp>
        <p:nvSpPr>
          <p:cNvPr id="3" name="Content Placeholder 2"/>
          <p:cNvSpPr>
            <a:spLocks noGrp="1"/>
          </p:cNvSpPr>
          <p:nvPr>
            <p:ph idx="1"/>
          </p:nvPr>
        </p:nvSpPr>
        <p:spPr>
          <a:xfrm>
            <a:off x="18659477" y="4739648"/>
            <a:ext cx="22219921" cy="23393400"/>
          </a:xfrm>
        </p:spPr>
        <p:txBody>
          <a:bodyPr/>
          <a:lstStyle>
            <a:lvl1pPr>
              <a:defRPr sz="11520"/>
            </a:lvl1pPr>
            <a:lvl2pPr>
              <a:defRPr sz="10080"/>
            </a:lvl2pPr>
            <a:lvl3pPr>
              <a:defRPr sz="8640"/>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23244" y="9875520"/>
            <a:ext cx="14156053" cy="18295623"/>
          </a:xfrm>
        </p:spPr>
        <p:txBody>
          <a:bodyPr/>
          <a:lstStyle>
            <a:lvl1pPr marL="0" indent="0">
              <a:buNone/>
              <a:defRPr sz="5760"/>
            </a:lvl1pPr>
            <a:lvl2pPr marL="1645881" indent="0">
              <a:buNone/>
              <a:defRPr sz="5040"/>
            </a:lvl2pPr>
            <a:lvl3pPr marL="3291760" indent="0">
              <a:buNone/>
              <a:defRPr sz="4320"/>
            </a:lvl3pPr>
            <a:lvl4pPr marL="4937641" indent="0">
              <a:buNone/>
              <a:defRPr sz="3600"/>
            </a:lvl4pPr>
            <a:lvl5pPr marL="6583518" indent="0">
              <a:buNone/>
              <a:defRPr sz="3600"/>
            </a:lvl5pPr>
            <a:lvl6pPr marL="8229397" indent="0">
              <a:buNone/>
              <a:defRPr sz="3600"/>
            </a:lvl6pPr>
            <a:lvl7pPr marL="9875278" indent="0">
              <a:buNone/>
              <a:defRPr sz="3600"/>
            </a:lvl7pPr>
            <a:lvl8pPr marL="11521157" indent="0">
              <a:buNone/>
              <a:defRPr sz="3600"/>
            </a:lvl8pPr>
            <a:lvl9pPr marL="13167038"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44" y="2194560"/>
            <a:ext cx="14156053" cy="7680960"/>
          </a:xfrm>
        </p:spPr>
        <p:txBody>
          <a:bodyPr anchor="b"/>
          <a:lstStyle>
            <a:lvl1pPr>
              <a:defRPr sz="11520"/>
            </a:lvl1pPr>
          </a:lstStyle>
          <a:p>
            <a:r>
              <a:rPr lang="en-US"/>
              <a:t>Click to edit Master title style</a:t>
            </a:r>
          </a:p>
        </p:txBody>
      </p:sp>
      <p:sp>
        <p:nvSpPr>
          <p:cNvPr id="3" name="Picture Placeholder 2"/>
          <p:cNvSpPr>
            <a:spLocks noGrp="1" noChangeAspect="1"/>
          </p:cNvSpPr>
          <p:nvPr>
            <p:ph type="pic" idx="1"/>
          </p:nvPr>
        </p:nvSpPr>
        <p:spPr>
          <a:xfrm>
            <a:off x="18659477" y="4739648"/>
            <a:ext cx="22219921" cy="23393400"/>
          </a:xfrm>
        </p:spPr>
        <p:txBody>
          <a:bodyPr anchor="t"/>
          <a:lstStyle>
            <a:lvl1pPr marL="0" indent="0">
              <a:buNone/>
              <a:defRPr sz="11520"/>
            </a:lvl1pPr>
            <a:lvl2pPr marL="1645881" indent="0">
              <a:buNone/>
              <a:defRPr sz="10080"/>
            </a:lvl2pPr>
            <a:lvl3pPr marL="3291760" indent="0">
              <a:buNone/>
              <a:defRPr sz="8640"/>
            </a:lvl3pPr>
            <a:lvl4pPr marL="4937641" indent="0">
              <a:buNone/>
              <a:defRPr sz="7200"/>
            </a:lvl4pPr>
            <a:lvl5pPr marL="6583518" indent="0">
              <a:buNone/>
              <a:defRPr sz="7200"/>
            </a:lvl5pPr>
            <a:lvl6pPr marL="8229397" indent="0">
              <a:buNone/>
              <a:defRPr sz="7200"/>
            </a:lvl6pPr>
            <a:lvl7pPr marL="9875278" indent="0">
              <a:buNone/>
              <a:defRPr sz="7200"/>
            </a:lvl7pPr>
            <a:lvl8pPr marL="11521157" indent="0">
              <a:buNone/>
              <a:defRPr sz="7200"/>
            </a:lvl8pPr>
            <a:lvl9pPr marL="13167038" indent="0">
              <a:buNone/>
              <a:defRPr sz="7200"/>
            </a:lvl9pPr>
          </a:lstStyle>
          <a:p>
            <a:r>
              <a:rPr lang="en-US"/>
              <a:t>Click icon to add picture</a:t>
            </a:r>
          </a:p>
        </p:txBody>
      </p:sp>
      <p:sp>
        <p:nvSpPr>
          <p:cNvPr id="4" name="Text Placeholder 3"/>
          <p:cNvSpPr>
            <a:spLocks noGrp="1"/>
          </p:cNvSpPr>
          <p:nvPr>
            <p:ph type="body" sz="half" idx="2"/>
          </p:nvPr>
        </p:nvSpPr>
        <p:spPr>
          <a:xfrm>
            <a:off x="3023244" y="9875520"/>
            <a:ext cx="14156053" cy="18295623"/>
          </a:xfrm>
        </p:spPr>
        <p:txBody>
          <a:bodyPr/>
          <a:lstStyle>
            <a:lvl1pPr marL="0" indent="0">
              <a:buNone/>
              <a:defRPr sz="5760"/>
            </a:lvl1pPr>
            <a:lvl2pPr marL="1645881" indent="0">
              <a:buNone/>
              <a:defRPr sz="5040"/>
            </a:lvl2pPr>
            <a:lvl3pPr marL="3291760" indent="0">
              <a:buNone/>
              <a:defRPr sz="4320"/>
            </a:lvl3pPr>
            <a:lvl4pPr marL="4937641" indent="0">
              <a:buNone/>
              <a:defRPr sz="3600"/>
            </a:lvl4pPr>
            <a:lvl5pPr marL="6583518" indent="0">
              <a:buNone/>
              <a:defRPr sz="3600"/>
            </a:lvl5pPr>
            <a:lvl6pPr marL="8229397" indent="0">
              <a:buNone/>
              <a:defRPr sz="3600"/>
            </a:lvl6pPr>
            <a:lvl7pPr marL="9875278" indent="0">
              <a:buNone/>
              <a:defRPr sz="3600"/>
            </a:lvl7pPr>
            <a:lvl8pPr marL="11521157" indent="0">
              <a:buNone/>
              <a:defRPr sz="3600"/>
            </a:lvl8pPr>
            <a:lvl9pPr marL="13167038"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1" y="1752600"/>
            <a:ext cx="9464041" cy="2789682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17519" y="1752600"/>
            <a:ext cx="27843481" cy="2789682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4" y="1752608"/>
            <a:ext cx="37856159" cy="636270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17524" y="8763000"/>
            <a:ext cx="37856159" cy="2088642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17520" y="30510483"/>
            <a:ext cx="9875520" cy="1752600"/>
          </a:xfrm>
          <a:prstGeom prst="rect">
            <a:avLst/>
          </a:prstGeom>
        </p:spPr>
        <p:txBody>
          <a:bodyPr vert="horz" lIns="91440" tIns="45720" rIns="91440" bIns="45720" rtlCol="0" anchor="ctr"/>
          <a:lstStyle>
            <a:lvl1pPr algn="l">
              <a:defRPr sz="4320">
                <a:solidFill>
                  <a:schemeClr val="tx1">
                    <a:tint val="82000"/>
                  </a:schemeClr>
                </a:solidFill>
              </a:defRPr>
            </a:lvl1pPr>
          </a:lstStyle>
          <a:p>
            <a:fld id="{846CE7D5-CF57-46EF-B807-FDD0502418D4}" type="datetimeFigureOut">
              <a:rPr lang="en-US" smtClean="0"/>
              <a:t>4/25/26</a:t>
            </a:fld>
            <a:endParaRPr lang="en-US"/>
          </a:p>
        </p:txBody>
      </p:sp>
      <p:sp>
        <p:nvSpPr>
          <p:cNvPr id="5" name="Footer Placeholder 4"/>
          <p:cNvSpPr>
            <a:spLocks noGrp="1"/>
          </p:cNvSpPr>
          <p:nvPr>
            <p:ph type="ftr" sz="quarter" idx="3"/>
          </p:nvPr>
        </p:nvSpPr>
        <p:spPr>
          <a:xfrm>
            <a:off x="14538963" y="30510483"/>
            <a:ext cx="14813281" cy="1752600"/>
          </a:xfrm>
          <a:prstGeom prst="rect">
            <a:avLst/>
          </a:prstGeom>
        </p:spPr>
        <p:txBody>
          <a:bodyPr vert="horz" lIns="91440" tIns="45720" rIns="91440" bIns="45720" rtlCol="0" anchor="ctr"/>
          <a:lstStyle>
            <a:lvl1pPr algn="ctr">
              <a:defRPr sz="432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0998162" y="30510483"/>
            <a:ext cx="9875520" cy="1752600"/>
          </a:xfrm>
          <a:prstGeom prst="rect">
            <a:avLst/>
          </a:prstGeom>
        </p:spPr>
        <p:txBody>
          <a:bodyPr vert="horz" lIns="91440" tIns="45720" rIns="91440" bIns="45720" rtlCol="0" anchor="ctr"/>
          <a:lstStyle>
            <a:lvl1pPr algn="r">
              <a:defRPr sz="432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291760" rtl="0" eaLnBrk="1" latinLnBrk="0" hangingPunct="1">
        <a:lnSpc>
          <a:spcPct val="90000"/>
        </a:lnSpc>
        <a:spcBef>
          <a:spcPct val="0"/>
        </a:spcBef>
        <a:buNone/>
        <a:defRPr sz="15840" kern="1200">
          <a:solidFill>
            <a:schemeClr val="tx1"/>
          </a:solidFill>
          <a:latin typeface="+mj-lt"/>
          <a:ea typeface="+mj-ea"/>
          <a:cs typeface="+mj-cs"/>
        </a:defRPr>
      </a:lvl1pPr>
    </p:titleStyle>
    <p:bodyStyle>
      <a:lvl1pPr marL="822943" indent="-822943" algn="l" defTabSz="329176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22" indent="-822943" algn="l" defTabSz="3291760" rtl="0" eaLnBrk="1" latinLnBrk="0" hangingPunct="1">
        <a:lnSpc>
          <a:spcPct val="90000"/>
        </a:lnSpc>
        <a:spcBef>
          <a:spcPts val="1799"/>
        </a:spcBef>
        <a:buFont typeface="Arial" panose="020B0604020202020204" pitchFamily="34" charset="0"/>
        <a:buChar char="•"/>
        <a:defRPr sz="8640" kern="1200">
          <a:solidFill>
            <a:schemeClr val="tx1"/>
          </a:solidFill>
          <a:latin typeface="+mn-lt"/>
          <a:ea typeface="+mn-ea"/>
          <a:cs typeface="+mn-cs"/>
        </a:defRPr>
      </a:lvl2pPr>
      <a:lvl3pPr marL="4114703" indent="-822943" algn="l" defTabSz="3291760" rtl="0" eaLnBrk="1" latinLnBrk="0" hangingPunct="1">
        <a:lnSpc>
          <a:spcPct val="90000"/>
        </a:lnSpc>
        <a:spcBef>
          <a:spcPts val="1799"/>
        </a:spcBef>
        <a:buFont typeface="Arial" panose="020B0604020202020204" pitchFamily="34" charset="0"/>
        <a:buChar char="•"/>
        <a:defRPr sz="7200" kern="1200">
          <a:solidFill>
            <a:schemeClr val="tx1"/>
          </a:solidFill>
          <a:latin typeface="+mn-lt"/>
          <a:ea typeface="+mn-ea"/>
          <a:cs typeface="+mn-cs"/>
        </a:defRPr>
      </a:lvl3pPr>
      <a:lvl4pPr marL="5760580" indent="-822943" algn="l" defTabSz="3291760" rtl="0" eaLnBrk="1" latinLnBrk="0" hangingPunct="1">
        <a:lnSpc>
          <a:spcPct val="90000"/>
        </a:lnSpc>
        <a:spcBef>
          <a:spcPts val="1799"/>
        </a:spcBef>
        <a:buFont typeface="Arial" panose="020B0604020202020204" pitchFamily="34" charset="0"/>
        <a:buChar char="•"/>
        <a:defRPr sz="6480" kern="1200">
          <a:solidFill>
            <a:schemeClr val="tx1"/>
          </a:solidFill>
          <a:latin typeface="+mn-lt"/>
          <a:ea typeface="+mn-ea"/>
          <a:cs typeface="+mn-cs"/>
        </a:defRPr>
      </a:lvl4pPr>
      <a:lvl5pPr marL="7406459" indent="-822943" algn="l" defTabSz="3291760" rtl="0" eaLnBrk="1" latinLnBrk="0" hangingPunct="1">
        <a:lnSpc>
          <a:spcPct val="90000"/>
        </a:lnSpc>
        <a:spcBef>
          <a:spcPts val="1799"/>
        </a:spcBef>
        <a:buFont typeface="Arial" panose="020B0604020202020204" pitchFamily="34" charset="0"/>
        <a:buChar char="•"/>
        <a:defRPr sz="6480" kern="1200">
          <a:solidFill>
            <a:schemeClr val="tx1"/>
          </a:solidFill>
          <a:latin typeface="+mn-lt"/>
          <a:ea typeface="+mn-ea"/>
          <a:cs typeface="+mn-cs"/>
        </a:defRPr>
      </a:lvl5pPr>
      <a:lvl6pPr marL="9052340" indent="-822943" algn="l" defTabSz="3291760" rtl="0" eaLnBrk="1" latinLnBrk="0" hangingPunct="1">
        <a:lnSpc>
          <a:spcPct val="90000"/>
        </a:lnSpc>
        <a:spcBef>
          <a:spcPts val="1799"/>
        </a:spcBef>
        <a:buFont typeface="Arial" panose="020B0604020202020204" pitchFamily="34" charset="0"/>
        <a:buChar char="•"/>
        <a:defRPr sz="6480" kern="1200">
          <a:solidFill>
            <a:schemeClr val="tx1"/>
          </a:solidFill>
          <a:latin typeface="+mn-lt"/>
          <a:ea typeface="+mn-ea"/>
          <a:cs typeface="+mn-cs"/>
        </a:defRPr>
      </a:lvl6pPr>
      <a:lvl7pPr marL="10698219" indent="-822943" algn="l" defTabSz="3291760" rtl="0" eaLnBrk="1" latinLnBrk="0" hangingPunct="1">
        <a:lnSpc>
          <a:spcPct val="90000"/>
        </a:lnSpc>
        <a:spcBef>
          <a:spcPts val="1799"/>
        </a:spcBef>
        <a:buFont typeface="Arial" panose="020B0604020202020204" pitchFamily="34" charset="0"/>
        <a:buChar char="•"/>
        <a:defRPr sz="6480" kern="1200">
          <a:solidFill>
            <a:schemeClr val="tx1"/>
          </a:solidFill>
          <a:latin typeface="+mn-lt"/>
          <a:ea typeface="+mn-ea"/>
          <a:cs typeface="+mn-cs"/>
        </a:defRPr>
      </a:lvl7pPr>
      <a:lvl8pPr marL="12344100" indent="-822943" algn="l" defTabSz="3291760" rtl="0" eaLnBrk="1" latinLnBrk="0" hangingPunct="1">
        <a:lnSpc>
          <a:spcPct val="90000"/>
        </a:lnSpc>
        <a:spcBef>
          <a:spcPts val="1799"/>
        </a:spcBef>
        <a:buFont typeface="Arial" panose="020B0604020202020204" pitchFamily="34" charset="0"/>
        <a:buChar char="•"/>
        <a:defRPr sz="6480" kern="1200">
          <a:solidFill>
            <a:schemeClr val="tx1"/>
          </a:solidFill>
          <a:latin typeface="+mn-lt"/>
          <a:ea typeface="+mn-ea"/>
          <a:cs typeface="+mn-cs"/>
        </a:defRPr>
      </a:lvl8pPr>
      <a:lvl9pPr marL="13989981" indent="-822943" algn="l" defTabSz="3291760" rtl="0" eaLnBrk="1" latinLnBrk="0" hangingPunct="1">
        <a:lnSpc>
          <a:spcPct val="90000"/>
        </a:lnSpc>
        <a:spcBef>
          <a:spcPts val="1799"/>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760" rtl="0" eaLnBrk="1" latinLnBrk="0" hangingPunct="1">
        <a:defRPr sz="6480" kern="1200">
          <a:solidFill>
            <a:schemeClr val="tx1"/>
          </a:solidFill>
          <a:latin typeface="+mn-lt"/>
          <a:ea typeface="+mn-ea"/>
          <a:cs typeface="+mn-cs"/>
        </a:defRPr>
      </a:lvl1pPr>
      <a:lvl2pPr marL="1645881" algn="l" defTabSz="3291760" rtl="0" eaLnBrk="1" latinLnBrk="0" hangingPunct="1">
        <a:defRPr sz="6480" kern="1200">
          <a:solidFill>
            <a:schemeClr val="tx1"/>
          </a:solidFill>
          <a:latin typeface="+mn-lt"/>
          <a:ea typeface="+mn-ea"/>
          <a:cs typeface="+mn-cs"/>
        </a:defRPr>
      </a:lvl2pPr>
      <a:lvl3pPr marL="3291760" algn="l" defTabSz="3291760" rtl="0" eaLnBrk="1" latinLnBrk="0" hangingPunct="1">
        <a:defRPr sz="6480" kern="1200">
          <a:solidFill>
            <a:schemeClr val="tx1"/>
          </a:solidFill>
          <a:latin typeface="+mn-lt"/>
          <a:ea typeface="+mn-ea"/>
          <a:cs typeface="+mn-cs"/>
        </a:defRPr>
      </a:lvl3pPr>
      <a:lvl4pPr marL="4937641" algn="l" defTabSz="3291760" rtl="0" eaLnBrk="1" latinLnBrk="0" hangingPunct="1">
        <a:defRPr sz="6480" kern="1200">
          <a:solidFill>
            <a:schemeClr val="tx1"/>
          </a:solidFill>
          <a:latin typeface="+mn-lt"/>
          <a:ea typeface="+mn-ea"/>
          <a:cs typeface="+mn-cs"/>
        </a:defRPr>
      </a:lvl4pPr>
      <a:lvl5pPr marL="6583518" algn="l" defTabSz="3291760" rtl="0" eaLnBrk="1" latinLnBrk="0" hangingPunct="1">
        <a:defRPr sz="6480" kern="1200">
          <a:solidFill>
            <a:schemeClr val="tx1"/>
          </a:solidFill>
          <a:latin typeface="+mn-lt"/>
          <a:ea typeface="+mn-ea"/>
          <a:cs typeface="+mn-cs"/>
        </a:defRPr>
      </a:lvl5pPr>
      <a:lvl6pPr marL="8229397" algn="l" defTabSz="3291760" rtl="0" eaLnBrk="1" latinLnBrk="0" hangingPunct="1">
        <a:defRPr sz="6480" kern="1200">
          <a:solidFill>
            <a:schemeClr val="tx1"/>
          </a:solidFill>
          <a:latin typeface="+mn-lt"/>
          <a:ea typeface="+mn-ea"/>
          <a:cs typeface="+mn-cs"/>
        </a:defRPr>
      </a:lvl6pPr>
      <a:lvl7pPr marL="9875278" algn="l" defTabSz="3291760" rtl="0" eaLnBrk="1" latinLnBrk="0" hangingPunct="1">
        <a:defRPr sz="6480" kern="1200">
          <a:solidFill>
            <a:schemeClr val="tx1"/>
          </a:solidFill>
          <a:latin typeface="+mn-lt"/>
          <a:ea typeface="+mn-ea"/>
          <a:cs typeface="+mn-cs"/>
        </a:defRPr>
      </a:lvl7pPr>
      <a:lvl8pPr marL="11521157" algn="l" defTabSz="3291760" rtl="0" eaLnBrk="1" latinLnBrk="0" hangingPunct="1">
        <a:defRPr sz="6480" kern="1200">
          <a:solidFill>
            <a:schemeClr val="tx1"/>
          </a:solidFill>
          <a:latin typeface="+mn-lt"/>
          <a:ea typeface="+mn-ea"/>
          <a:cs typeface="+mn-cs"/>
        </a:defRPr>
      </a:lvl8pPr>
      <a:lvl9pPr marL="13167038" algn="l" defTabSz="329176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doi.org/10.1061/(asce)ee.1943-7870.0000773" TargetMode="External"/><Relationship Id="rId13" Type="http://schemas.openxmlformats.org/officeDocument/2006/relationships/image" Target="../media/image6.png"/><Relationship Id="rId18" Type="http://schemas.openxmlformats.org/officeDocument/2006/relationships/image" Target="../media/image11.png"/><Relationship Id="rId3" Type="http://schemas.microsoft.com/office/2018/10/relationships/comments" Target="../comments/modernComment_102_221CB500.xml"/><Relationship Id="rId21" Type="http://schemas.openxmlformats.org/officeDocument/2006/relationships/image" Target="../media/image14.png"/><Relationship Id="rId7" Type="http://schemas.openxmlformats.org/officeDocument/2006/relationships/image" Target="../media/image4.svg"/><Relationship Id="rId12" Type="http://schemas.openxmlformats.org/officeDocument/2006/relationships/image" Target="../media/image5.png"/><Relationship Id="rId17" Type="http://schemas.openxmlformats.org/officeDocument/2006/relationships/image" Target="../media/image10.jpeg"/><Relationship Id="rId2" Type="http://schemas.openxmlformats.org/officeDocument/2006/relationships/notesSlide" Target="../notesSlides/notesSlide1.xml"/><Relationship Id="rId16" Type="http://schemas.openxmlformats.org/officeDocument/2006/relationships/image" Target="../media/image9.png"/><Relationship Id="rId20"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hyperlink" Target="https://doi.org/10.1061/(asce)ee.1943-7870.0000814" TargetMode="External"/><Relationship Id="rId5" Type="http://schemas.openxmlformats.org/officeDocument/2006/relationships/image" Target="../media/image2.png"/><Relationship Id="rId15" Type="http://schemas.openxmlformats.org/officeDocument/2006/relationships/image" Target="../media/image8.jpeg"/><Relationship Id="rId10" Type="http://schemas.openxmlformats.org/officeDocument/2006/relationships/hyperlink" Target="https://doi.org/10.1061/joeedu.eeeng-7384" TargetMode="External"/><Relationship Id="rId19" Type="http://schemas.openxmlformats.org/officeDocument/2006/relationships/image" Target="../media/image12.png"/><Relationship Id="rId4" Type="http://schemas.openxmlformats.org/officeDocument/2006/relationships/image" Target="../media/image1.png"/><Relationship Id="rId9" Type="http://schemas.openxmlformats.org/officeDocument/2006/relationships/hyperlink" Target="https://doi.org/10.1089/ees.2017.0332" TargetMode="External"/><Relationship Id="rId14" Type="http://schemas.openxmlformats.org/officeDocument/2006/relationships/image" Target="../media/image7.png"/><Relationship Id="rId22"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90683-CB71-E38D-908A-446C7E27AE93}"/>
            </a:ext>
          </a:extLst>
        </p:cNvPr>
        <p:cNvGrpSpPr/>
        <p:nvPr/>
      </p:nvGrpSpPr>
      <p:grpSpPr>
        <a:xfrm>
          <a:off x="0" y="0"/>
          <a:ext cx="0" cy="0"/>
          <a:chOff x="0" y="0"/>
          <a:chExt cx="0" cy="0"/>
        </a:xfrm>
      </p:grpSpPr>
      <p:sp>
        <p:nvSpPr>
          <p:cNvPr id="43" name="TextBox 42">
            <a:extLst>
              <a:ext uri="{FF2B5EF4-FFF2-40B4-BE49-F238E27FC236}">
                <a16:creationId xmlns:a16="http://schemas.microsoft.com/office/drawing/2014/main" id="{375845DF-C6BC-A7F6-B04B-3612CCFAA2AA}"/>
              </a:ext>
            </a:extLst>
          </p:cNvPr>
          <p:cNvSpPr txBox="1"/>
          <p:nvPr/>
        </p:nvSpPr>
        <p:spPr>
          <a:xfrm>
            <a:off x="978916" y="5221914"/>
            <a:ext cx="9402453"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latin typeface="Avenir Next LT Pro"/>
                <a:ea typeface="+mn-lt"/>
                <a:cs typeface="+mn-lt"/>
              </a:rPr>
              <a:t>Creating an accurate model of floc filter clarification is crucial to optimizing the performance and chemical dosing of </a:t>
            </a:r>
            <a:r>
              <a:rPr lang="en-US" sz="2800" dirty="0" err="1">
                <a:latin typeface="Avenir Next LT Pro"/>
                <a:ea typeface="+mn-lt"/>
                <a:cs typeface="+mn-lt"/>
              </a:rPr>
              <a:t>AguaClara</a:t>
            </a:r>
            <a:r>
              <a:rPr lang="en-US" sz="2800" dirty="0">
                <a:latin typeface="Avenir Next LT Pro"/>
                <a:ea typeface="+mn-lt"/>
                <a:cs typeface="+mn-lt"/>
              </a:rPr>
              <a:t> treatment plants. This semester, we focused on theoretical work to correct errors in the model derivation and incorporate more complex mechanisms. We also prepared to conduct experiments using a bench-scale setup which will allow us to learn more about floc filter characteristics, like the spatial distribution of floc saturation, which can be incorporated into the model. </a:t>
            </a:r>
            <a:endParaRPr lang="en-US" sz="2800" dirty="0">
              <a:latin typeface="Avenir Next LT Pro"/>
            </a:endParaRPr>
          </a:p>
        </p:txBody>
      </p:sp>
      <p:pic>
        <p:nvPicPr>
          <p:cNvPr id="12" name="Picture 11" descr="A diagram of a metal piece&#10;&#10;AI-generated content may be incorrect.">
            <a:extLst>
              <a:ext uri="{FF2B5EF4-FFF2-40B4-BE49-F238E27FC236}">
                <a16:creationId xmlns:a16="http://schemas.microsoft.com/office/drawing/2014/main" id="{9C483B1D-68BB-6A15-5217-8B7E0007A42B}"/>
              </a:ext>
            </a:extLst>
          </p:cNvPr>
          <p:cNvPicPr>
            <a:picLocks noChangeAspect="1"/>
          </p:cNvPicPr>
          <p:nvPr/>
        </p:nvPicPr>
        <p:blipFill>
          <a:blip r:embed="rId4"/>
          <a:stretch>
            <a:fillRect/>
          </a:stretch>
        </p:blipFill>
        <p:spPr>
          <a:xfrm>
            <a:off x="22994472" y="8542527"/>
            <a:ext cx="4652682" cy="5048809"/>
          </a:xfrm>
          <a:prstGeom prst="rect">
            <a:avLst/>
          </a:prstGeom>
        </p:spPr>
      </p:pic>
      <p:sp>
        <p:nvSpPr>
          <p:cNvPr id="18" name="Rectangle 17">
            <a:extLst>
              <a:ext uri="{FF2B5EF4-FFF2-40B4-BE49-F238E27FC236}">
                <a16:creationId xmlns:a16="http://schemas.microsoft.com/office/drawing/2014/main" id="{2DFE1EB2-A1F2-280E-A327-FA4BEE4D71F7}"/>
              </a:ext>
            </a:extLst>
          </p:cNvPr>
          <p:cNvSpPr/>
          <p:nvPr/>
        </p:nvSpPr>
        <p:spPr>
          <a:xfrm>
            <a:off x="726592" y="11443140"/>
            <a:ext cx="10058400" cy="20776520"/>
          </a:xfrm>
          <a:prstGeom prst="rect">
            <a:avLst/>
          </a:prstGeom>
          <a:noFill/>
          <a:ln>
            <a:solidFill>
              <a:srgbClr val="08C6F1"/>
            </a:solidFill>
          </a:ln>
        </p:spPr>
        <p:style>
          <a:lnRef idx="2">
            <a:schemeClr val="accent1">
              <a:shade val="50000"/>
            </a:schemeClr>
          </a:lnRef>
          <a:fillRef idx="1">
            <a:schemeClr val="accent1"/>
          </a:fillRef>
          <a:effectRef idx="0">
            <a:schemeClr val="accent1"/>
          </a:effectRef>
          <a:fontRef idx="minor">
            <a:schemeClr val="lt1"/>
          </a:fontRef>
        </p:style>
        <p:txBody>
          <a:bodyPr lIns="235131" tIns="235131" rIns="235131" bIns="235131" rtlCol="0" anchor="t"/>
          <a:lstStyle>
            <a:defPPr>
              <a:defRPr lang="en-US"/>
            </a:defPPr>
            <a:lvl1pPr marL="0" algn="l" defTabSz="815887" rtl="0" eaLnBrk="1" latinLnBrk="0" hangingPunct="1">
              <a:defRPr sz="1608" kern="1200">
                <a:solidFill>
                  <a:schemeClr val="tx1"/>
                </a:solidFill>
                <a:latin typeface="+mn-lt"/>
                <a:ea typeface="+mn-ea"/>
                <a:cs typeface="+mn-cs"/>
              </a:defRPr>
            </a:lvl1pPr>
            <a:lvl2pPr marL="407944" algn="l" defTabSz="815887" rtl="0" eaLnBrk="1" latinLnBrk="0" hangingPunct="1">
              <a:defRPr sz="1608" kern="1200">
                <a:solidFill>
                  <a:schemeClr val="tx1"/>
                </a:solidFill>
                <a:latin typeface="+mn-lt"/>
                <a:ea typeface="+mn-ea"/>
                <a:cs typeface="+mn-cs"/>
              </a:defRPr>
            </a:lvl2pPr>
            <a:lvl3pPr marL="815887" algn="l" defTabSz="815887" rtl="0" eaLnBrk="1" latinLnBrk="0" hangingPunct="1">
              <a:defRPr sz="1608" kern="1200">
                <a:solidFill>
                  <a:schemeClr val="tx1"/>
                </a:solidFill>
                <a:latin typeface="+mn-lt"/>
                <a:ea typeface="+mn-ea"/>
                <a:cs typeface="+mn-cs"/>
              </a:defRPr>
            </a:lvl3pPr>
            <a:lvl4pPr marL="1223831" algn="l" defTabSz="815887" rtl="0" eaLnBrk="1" latinLnBrk="0" hangingPunct="1">
              <a:defRPr sz="1608" kern="1200">
                <a:solidFill>
                  <a:schemeClr val="tx1"/>
                </a:solidFill>
                <a:latin typeface="+mn-lt"/>
                <a:ea typeface="+mn-ea"/>
                <a:cs typeface="+mn-cs"/>
              </a:defRPr>
            </a:lvl4pPr>
            <a:lvl5pPr marL="1631774" algn="l" defTabSz="815887" rtl="0" eaLnBrk="1" latinLnBrk="0" hangingPunct="1">
              <a:defRPr sz="1608" kern="1200">
                <a:solidFill>
                  <a:schemeClr val="tx1"/>
                </a:solidFill>
                <a:latin typeface="+mn-lt"/>
                <a:ea typeface="+mn-ea"/>
                <a:cs typeface="+mn-cs"/>
              </a:defRPr>
            </a:lvl5pPr>
            <a:lvl6pPr marL="2039718" algn="l" defTabSz="815887" rtl="0" eaLnBrk="1" latinLnBrk="0" hangingPunct="1">
              <a:defRPr sz="1608" kern="1200">
                <a:solidFill>
                  <a:schemeClr val="tx1"/>
                </a:solidFill>
                <a:latin typeface="+mn-lt"/>
                <a:ea typeface="+mn-ea"/>
                <a:cs typeface="+mn-cs"/>
              </a:defRPr>
            </a:lvl6pPr>
            <a:lvl7pPr marL="2447661" algn="l" defTabSz="815887" rtl="0" eaLnBrk="1" latinLnBrk="0" hangingPunct="1">
              <a:defRPr sz="1608" kern="1200">
                <a:solidFill>
                  <a:schemeClr val="tx1"/>
                </a:solidFill>
                <a:latin typeface="+mn-lt"/>
                <a:ea typeface="+mn-ea"/>
                <a:cs typeface="+mn-cs"/>
              </a:defRPr>
            </a:lvl7pPr>
            <a:lvl8pPr marL="2855605" algn="l" defTabSz="815887" rtl="0" eaLnBrk="1" latinLnBrk="0" hangingPunct="1">
              <a:defRPr sz="1608" kern="1200">
                <a:solidFill>
                  <a:schemeClr val="tx1"/>
                </a:solidFill>
                <a:latin typeface="+mn-lt"/>
                <a:ea typeface="+mn-ea"/>
                <a:cs typeface="+mn-cs"/>
              </a:defRPr>
            </a:lvl8pPr>
            <a:lvl9pPr marL="3263549" algn="l" defTabSz="815887" rtl="0" eaLnBrk="1" latinLnBrk="0" hangingPunct="1">
              <a:defRPr sz="1608" kern="1200">
                <a:solidFill>
                  <a:schemeClr val="tx1"/>
                </a:solidFill>
                <a:latin typeface="+mn-lt"/>
                <a:ea typeface="+mn-ea"/>
                <a:cs typeface="+mn-cs"/>
              </a:defRPr>
            </a:lvl9pPr>
          </a:lstStyle>
          <a:p>
            <a:pPr>
              <a:spcAft>
                <a:spcPts val="1500"/>
              </a:spcAft>
            </a:pPr>
            <a:r>
              <a:rPr lang="en-US" sz="2800" b="1" dirty="0">
                <a:latin typeface="Avenir Next LT Pro"/>
                <a:cs typeface="Times New Roman"/>
              </a:rPr>
              <a:t>Floc Filter Clarification</a:t>
            </a:r>
          </a:p>
          <a:p>
            <a:pPr>
              <a:spcAft>
                <a:spcPts val="1500"/>
              </a:spcAft>
            </a:pPr>
            <a:r>
              <a:rPr lang="en-US" sz="2800" dirty="0">
                <a:latin typeface="Avenir Next LT Pro"/>
                <a:cs typeface="Times New Roman"/>
              </a:rPr>
              <a:t>Clarification is the process of removing suspended solids from water, following flocculation.</a:t>
            </a:r>
          </a:p>
          <a:p>
            <a:pPr>
              <a:spcAft>
                <a:spcPts val="1500"/>
              </a:spcAft>
            </a:pPr>
            <a:r>
              <a:rPr lang="en-US" sz="2800" dirty="0" err="1">
                <a:latin typeface="Avenir Next LT Pro"/>
                <a:cs typeface="Times New Roman"/>
              </a:rPr>
              <a:t>AguaClara</a:t>
            </a:r>
            <a:r>
              <a:rPr lang="en-US" sz="2800" dirty="0">
                <a:latin typeface="Avenir Next LT Pro"/>
                <a:cs typeface="Times New Roman"/>
              </a:rPr>
              <a:t> plants use lamella clarifiers, which have parallel plate settlers to maximize the surface area where particles can settle, and a floc filter, which uses suspended flocs to filter out smaller particles. This filtering process is called floc sweeping.</a:t>
            </a:r>
            <a:endParaRPr lang="en-US" sz="2800" b="1" dirty="0">
              <a:latin typeface="Avenir Next LT Pro"/>
            </a:endParaRPr>
          </a:p>
          <a:p>
            <a:endParaRPr lang="en-US" sz="2800" b="1" dirty="0">
              <a:latin typeface="Avenir Next LT Pro"/>
            </a:endParaRPr>
          </a:p>
          <a:p>
            <a:endParaRPr lang="en-US" sz="2800" b="1" dirty="0">
              <a:latin typeface="Avenir Next LT Pro"/>
            </a:endParaRPr>
          </a:p>
          <a:p>
            <a:endParaRPr lang="en-US" sz="2800" b="1" dirty="0">
              <a:latin typeface="Avenir Next LT Pro"/>
            </a:endParaRPr>
          </a:p>
          <a:p>
            <a:endParaRPr lang="en-US" sz="2800" b="1" dirty="0">
              <a:latin typeface="Avenir Next LT Pro"/>
            </a:endParaRPr>
          </a:p>
          <a:p>
            <a:endParaRPr lang="en-US" sz="2800" b="1" dirty="0">
              <a:latin typeface="Avenir Next LT Pro"/>
            </a:endParaRPr>
          </a:p>
          <a:p>
            <a:endParaRPr lang="en-US" sz="2800" b="1" dirty="0">
              <a:latin typeface="Avenir Next LT Pro"/>
            </a:endParaRPr>
          </a:p>
          <a:p>
            <a:endParaRPr lang="en-US" sz="2800" b="1" dirty="0">
              <a:latin typeface="Avenir Next LT Pro"/>
            </a:endParaRPr>
          </a:p>
          <a:p>
            <a:endParaRPr lang="en-US" sz="2800" b="1" dirty="0">
              <a:latin typeface="Avenir Next LT Pro"/>
            </a:endParaRPr>
          </a:p>
          <a:p>
            <a:endParaRPr lang="en-US" sz="2800" b="1" dirty="0">
              <a:latin typeface="Avenir Next LT Pro"/>
            </a:endParaRPr>
          </a:p>
          <a:p>
            <a:endParaRPr lang="en-US" sz="2800" b="1" dirty="0">
              <a:latin typeface="Avenir Next LT Pro"/>
            </a:endParaRPr>
          </a:p>
          <a:p>
            <a:pPr algn="ctr"/>
            <a:endParaRPr lang="en-US" sz="2000" i="1" dirty="0">
              <a:solidFill>
                <a:srgbClr val="000000"/>
              </a:solidFill>
              <a:latin typeface="Nunito"/>
            </a:endParaRPr>
          </a:p>
          <a:p>
            <a:pPr algn="ctr"/>
            <a:r>
              <a:rPr lang="en-US" sz="2000" b="1" dirty="0">
                <a:solidFill>
                  <a:srgbClr val="000000"/>
                </a:solidFill>
                <a:latin typeface="Nunito"/>
              </a:rPr>
              <a:t>Figure 1. </a:t>
            </a:r>
            <a:r>
              <a:rPr lang="en-US" sz="2000" dirty="0" err="1">
                <a:solidFill>
                  <a:srgbClr val="000000"/>
                </a:solidFill>
                <a:latin typeface="Nunito"/>
              </a:rPr>
              <a:t>AguaClara</a:t>
            </a:r>
            <a:r>
              <a:rPr lang="en-US" sz="2000" dirty="0">
                <a:solidFill>
                  <a:srgbClr val="000000"/>
                </a:solidFill>
                <a:latin typeface="Nunito"/>
              </a:rPr>
              <a:t> clarifier diagram</a:t>
            </a:r>
            <a:r>
              <a:rPr lang="en-US" sz="2000" i="1" dirty="0">
                <a:solidFill>
                  <a:srgbClr val="000000"/>
                </a:solidFill>
                <a:latin typeface="Nunito"/>
              </a:rPr>
              <a:t>.</a:t>
            </a:r>
            <a:endParaRPr lang="en-US" sz="2800" b="1" dirty="0">
              <a:latin typeface="Avenir Next LT Pro"/>
            </a:endParaRPr>
          </a:p>
          <a:p>
            <a:endParaRPr lang="en-US" sz="2800" b="1" dirty="0">
              <a:latin typeface="Avenir Next LT Pro"/>
            </a:endParaRPr>
          </a:p>
          <a:p>
            <a:r>
              <a:rPr lang="en-US" sz="2800" b="1" dirty="0">
                <a:latin typeface="Avenir Next LT Pro"/>
              </a:rPr>
              <a:t>Coagulant</a:t>
            </a:r>
          </a:p>
          <a:p>
            <a:r>
              <a:rPr lang="en-US" sz="2800" dirty="0">
                <a:latin typeface="Avenir Next LT Pro"/>
              </a:rPr>
              <a:t>Coagulants neutralize particle charges to enable floc formation. Underdosing leads to poor aggregation and high effluent turbidity, while overdosing leads to charge reversal, increased sludge, and higher costs. Therefore, accurately modeling clarifier performance to determine the correct coagulant doses is crucial for efficient particle removal and in minimizing cost and treatment time.</a:t>
            </a:r>
            <a:endParaRPr lang="en-US" sz="2800" b="1" dirty="0">
              <a:latin typeface="Avenir Next LT Pro"/>
            </a:endParaRPr>
          </a:p>
          <a:p>
            <a:endParaRPr lang="en-US" sz="2800" b="1" dirty="0">
              <a:latin typeface="Avenir Next LT Pro"/>
            </a:endParaRPr>
          </a:p>
          <a:p>
            <a:r>
              <a:rPr lang="en-US" sz="2800" b="1" dirty="0">
                <a:latin typeface="Avenir Next LT Pro"/>
              </a:rPr>
              <a:t>Floc Saturation</a:t>
            </a:r>
            <a:endParaRPr lang="en-US" sz="2800" dirty="0">
              <a:latin typeface="Avenir Next LT Pro"/>
            </a:endParaRPr>
          </a:p>
          <a:p>
            <a:r>
              <a:rPr lang="en-US" sz="2800" dirty="0">
                <a:latin typeface="Avenir Next LT Pro"/>
              </a:rPr>
              <a:t>Floc saturation describes how full a floc is as it captures primary particles. As pores fill, flocs become less effective at capturing additional particles, which decreases sweeping efficiency.</a:t>
            </a:r>
          </a:p>
          <a:p>
            <a:endParaRPr lang="en-US" sz="2800" dirty="0">
              <a:latin typeface="Avenir Next LT Pro"/>
            </a:endParaRPr>
          </a:p>
          <a:p>
            <a:endParaRPr lang="en-US" sz="2800" dirty="0">
              <a:latin typeface="Avenir Next LT Pro"/>
            </a:endParaRPr>
          </a:p>
          <a:p>
            <a:endParaRPr lang="en-US" sz="2800" dirty="0">
              <a:latin typeface="Avenir Next LT Pro"/>
            </a:endParaRPr>
          </a:p>
          <a:p>
            <a:endParaRPr lang="en-US" sz="2800" dirty="0">
              <a:latin typeface="Avenir Next LT Pro"/>
            </a:endParaRPr>
          </a:p>
          <a:p>
            <a:endParaRPr lang="en-US" sz="2800" dirty="0">
              <a:latin typeface="Avenir Next LT Pro"/>
            </a:endParaRPr>
          </a:p>
          <a:p>
            <a:pPr algn="ctr"/>
            <a:endParaRPr lang="en-US" sz="2000" i="1" dirty="0">
              <a:latin typeface="Nunito"/>
            </a:endParaRPr>
          </a:p>
          <a:p>
            <a:pPr algn="ctr"/>
            <a:r>
              <a:rPr lang="en-US" sz="2000" b="1" dirty="0">
                <a:latin typeface="Nunito"/>
              </a:rPr>
              <a:t>Figure 2.</a:t>
            </a:r>
            <a:r>
              <a:rPr lang="en-US" sz="2000" dirty="0">
                <a:latin typeface="Nunito"/>
              </a:rPr>
              <a:t> (left) An unsaturated floc vs. a saturated floc.</a:t>
            </a:r>
            <a:endParaRPr lang="en-US" sz="1600" dirty="0"/>
          </a:p>
          <a:p>
            <a:pPr algn="ctr"/>
            <a:r>
              <a:rPr lang="en-US" sz="2000" b="1" dirty="0">
                <a:latin typeface="Nunito"/>
              </a:rPr>
              <a:t>Figure 3.</a:t>
            </a:r>
            <a:r>
              <a:rPr lang="en-US" sz="2000" dirty="0">
                <a:latin typeface="Nunito"/>
              </a:rPr>
              <a:t> (right) Possible floc saturation spatial distributions.</a:t>
            </a:r>
          </a:p>
          <a:p>
            <a:pPr algn="ctr"/>
            <a:endParaRPr lang="en-US" sz="2000" i="1" dirty="0">
              <a:latin typeface="Nunito"/>
            </a:endParaRPr>
          </a:p>
          <a:p>
            <a:r>
              <a:rPr lang="en-US" sz="2800" dirty="0">
                <a:latin typeface="Avenir Next LT Pro"/>
              </a:rPr>
              <a:t>Floc saturation depends on coagulant dose and floc filter conditions. As it may vary spatially in the clarifier, modeling its distribution can help identify and remove the most saturated flocs first to improve treatment efficiency.</a:t>
            </a:r>
            <a:br>
              <a:rPr lang="en-US" sz="2800" dirty="0">
                <a:latin typeface="Avenir Next LT Pro"/>
              </a:rPr>
            </a:br>
            <a:endParaRPr lang="en-US" sz="2800" dirty="0">
              <a:latin typeface="Avenir Next LT Pro"/>
            </a:endParaRPr>
          </a:p>
        </p:txBody>
      </p:sp>
      <p:pic>
        <p:nvPicPr>
          <p:cNvPr id="4" name="Picture 3" descr="A blue and green logo&#10;&#10;Description automatically generated">
            <a:extLst>
              <a:ext uri="{FF2B5EF4-FFF2-40B4-BE49-F238E27FC236}">
                <a16:creationId xmlns:a16="http://schemas.microsoft.com/office/drawing/2014/main" id="{12C0C5C1-7D8C-ECFE-BB84-200B82CB71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148646" y="256667"/>
            <a:ext cx="2226380" cy="2811546"/>
          </a:xfrm>
          <a:prstGeom prst="rect">
            <a:avLst/>
          </a:prstGeom>
        </p:spPr>
      </p:pic>
      <p:pic>
        <p:nvPicPr>
          <p:cNvPr id="6" name="圖形 2">
            <a:extLst>
              <a:ext uri="{FF2B5EF4-FFF2-40B4-BE49-F238E27FC236}">
                <a16:creationId xmlns:a16="http://schemas.microsoft.com/office/drawing/2014/main" id="{E61CE88A-A582-CA39-4ED2-BF126629E93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73150" y="569050"/>
            <a:ext cx="2186781" cy="2186781"/>
          </a:xfrm>
          <a:prstGeom prst="rect">
            <a:avLst/>
          </a:prstGeom>
        </p:spPr>
      </p:pic>
      <p:sp>
        <p:nvSpPr>
          <p:cNvPr id="7" name="Text Box 122">
            <a:extLst>
              <a:ext uri="{FF2B5EF4-FFF2-40B4-BE49-F238E27FC236}">
                <a16:creationId xmlns:a16="http://schemas.microsoft.com/office/drawing/2014/main" id="{C4CAD82F-1958-F18D-0C92-48DCCDEE4270}"/>
              </a:ext>
            </a:extLst>
          </p:cNvPr>
          <p:cNvSpPr txBox="1">
            <a:spLocks noChangeArrowheads="1"/>
          </p:cNvSpPr>
          <p:nvPr/>
        </p:nvSpPr>
        <p:spPr bwMode="auto">
          <a:xfrm>
            <a:off x="2798353" y="421041"/>
            <a:ext cx="38948852" cy="2186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19618" tIns="299045" rIns="119618" bIns="299045" anchor="ctr" anchorCtr="0">
            <a:spAutoFit/>
          </a:bodyPr>
          <a:lstStyle>
            <a:defPPr>
              <a:defRPr lang="en-US"/>
            </a:defPPr>
            <a:lvl1pPr marL="0" algn="l" defTabSz="815887" rtl="0" eaLnBrk="1" latinLnBrk="0" hangingPunct="1">
              <a:defRPr sz="1608" kern="1200">
                <a:solidFill>
                  <a:schemeClr val="tx1"/>
                </a:solidFill>
                <a:latin typeface="+mn-lt"/>
                <a:ea typeface="+mn-ea"/>
                <a:cs typeface="+mn-cs"/>
              </a:defRPr>
            </a:lvl1pPr>
            <a:lvl2pPr marL="407944" algn="l" defTabSz="815887" rtl="0" eaLnBrk="1" latinLnBrk="0" hangingPunct="1">
              <a:defRPr sz="1608" kern="1200">
                <a:solidFill>
                  <a:schemeClr val="tx1"/>
                </a:solidFill>
                <a:latin typeface="+mn-lt"/>
                <a:ea typeface="+mn-ea"/>
                <a:cs typeface="+mn-cs"/>
              </a:defRPr>
            </a:lvl2pPr>
            <a:lvl3pPr marL="815887" algn="l" defTabSz="815887" rtl="0" eaLnBrk="1" latinLnBrk="0" hangingPunct="1">
              <a:defRPr sz="1608" kern="1200">
                <a:solidFill>
                  <a:schemeClr val="tx1"/>
                </a:solidFill>
                <a:latin typeface="+mn-lt"/>
                <a:ea typeface="+mn-ea"/>
                <a:cs typeface="+mn-cs"/>
              </a:defRPr>
            </a:lvl3pPr>
            <a:lvl4pPr marL="1223831" algn="l" defTabSz="815887" rtl="0" eaLnBrk="1" latinLnBrk="0" hangingPunct="1">
              <a:defRPr sz="1608" kern="1200">
                <a:solidFill>
                  <a:schemeClr val="tx1"/>
                </a:solidFill>
                <a:latin typeface="+mn-lt"/>
                <a:ea typeface="+mn-ea"/>
                <a:cs typeface="+mn-cs"/>
              </a:defRPr>
            </a:lvl4pPr>
            <a:lvl5pPr marL="1631774" algn="l" defTabSz="815887" rtl="0" eaLnBrk="1" latinLnBrk="0" hangingPunct="1">
              <a:defRPr sz="1608" kern="1200">
                <a:solidFill>
                  <a:schemeClr val="tx1"/>
                </a:solidFill>
                <a:latin typeface="+mn-lt"/>
                <a:ea typeface="+mn-ea"/>
                <a:cs typeface="+mn-cs"/>
              </a:defRPr>
            </a:lvl5pPr>
            <a:lvl6pPr marL="2039718" algn="l" defTabSz="815887" rtl="0" eaLnBrk="1" latinLnBrk="0" hangingPunct="1">
              <a:defRPr sz="1608" kern="1200">
                <a:solidFill>
                  <a:schemeClr val="tx1"/>
                </a:solidFill>
                <a:latin typeface="+mn-lt"/>
                <a:ea typeface="+mn-ea"/>
                <a:cs typeface="+mn-cs"/>
              </a:defRPr>
            </a:lvl6pPr>
            <a:lvl7pPr marL="2447661" algn="l" defTabSz="815887" rtl="0" eaLnBrk="1" latinLnBrk="0" hangingPunct="1">
              <a:defRPr sz="1608" kern="1200">
                <a:solidFill>
                  <a:schemeClr val="tx1"/>
                </a:solidFill>
                <a:latin typeface="+mn-lt"/>
                <a:ea typeface="+mn-ea"/>
                <a:cs typeface="+mn-cs"/>
              </a:defRPr>
            </a:lvl7pPr>
            <a:lvl8pPr marL="2855605" algn="l" defTabSz="815887" rtl="0" eaLnBrk="1" latinLnBrk="0" hangingPunct="1">
              <a:defRPr sz="1608" kern="1200">
                <a:solidFill>
                  <a:schemeClr val="tx1"/>
                </a:solidFill>
                <a:latin typeface="+mn-lt"/>
                <a:ea typeface="+mn-ea"/>
                <a:cs typeface="+mn-cs"/>
              </a:defRPr>
            </a:lvl8pPr>
            <a:lvl9pPr marL="3263549" algn="l" defTabSz="815887" rtl="0" eaLnBrk="1" latinLnBrk="0" hangingPunct="1">
              <a:defRPr sz="1608" kern="1200">
                <a:solidFill>
                  <a:schemeClr val="tx1"/>
                </a:solidFill>
                <a:latin typeface="+mn-lt"/>
                <a:ea typeface="+mn-ea"/>
                <a:cs typeface="+mn-cs"/>
              </a:defRPr>
            </a:lvl9pPr>
          </a:lstStyle>
          <a:p>
            <a:pPr algn="ctr" eaLnBrk="1" hangingPunct="1"/>
            <a:r>
              <a:rPr lang="en-US" sz="10285" dirty="0">
                <a:latin typeface="Avenir Next LT Pro" panose="020F0502020204030204" pitchFamily="34" charset="0"/>
                <a:cs typeface="Montserrat" panose="020F0502020204030204" pitchFamily="34" charset="0"/>
              </a:rPr>
              <a:t>Floc Modeling: Floc Filter Clarification</a:t>
            </a:r>
          </a:p>
        </p:txBody>
      </p:sp>
      <p:sp>
        <p:nvSpPr>
          <p:cNvPr id="8" name="Text Box 123">
            <a:extLst>
              <a:ext uri="{FF2B5EF4-FFF2-40B4-BE49-F238E27FC236}">
                <a16:creationId xmlns:a16="http://schemas.microsoft.com/office/drawing/2014/main" id="{42970E1B-7592-90F7-B21A-03EB289023FB}"/>
              </a:ext>
            </a:extLst>
          </p:cNvPr>
          <p:cNvSpPr txBox="1">
            <a:spLocks noChangeArrowheads="1"/>
          </p:cNvSpPr>
          <p:nvPr/>
        </p:nvSpPr>
        <p:spPr bwMode="auto">
          <a:xfrm>
            <a:off x="3593680" y="2500942"/>
            <a:ext cx="36703844" cy="1285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9618" tIns="119618" rIns="119618" bIns="119618" anchor="ctr" anchorCtr="0"/>
          <a:lstStyle>
            <a:defPPr>
              <a:defRPr lang="en-US"/>
            </a:defPPr>
            <a:lvl1pPr marL="0" algn="l" defTabSz="815887" rtl="0" eaLnBrk="1" latinLnBrk="0" hangingPunct="1">
              <a:defRPr sz="1608" kern="1200">
                <a:solidFill>
                  <a:schemeClr val="tx1"/>
                </a:solidFill>
                <a:latin typeface="+mn-lt"/>
                <a:ea typeface="+mn-ea"/>
                <a:cs typeface="+mn-cs"/>
              </a:defRPr>
            </a:lvl1pPr>
            <a:lvl2pPr marL="407944" algn="l" defTabSz="815887" rtl="0" eaLnBrk="1" latinLnBrk="0" hangingPunct="1">
              <a:defRPr sz="1608" kern="1200">
                <a:solidFill>
                  <a:schemeClr val="tx1"/>
                </a:solidFill>
                <a:latin typeface="+mn-lt"/>
                <a:ea typeface="+mn-ea"/>
                <a:cs typeface="+mn-cs"/>
              </a:defRPr>
            </a:lvl2pPr>
            <a:lvl3pPr marL="815887" algn="l" defTabSz="815887" rtl="0" eaLnBrk="1" latinLnBrk="0" hangingPunct="1">
              <a:defRPr sz="1608" kern="1200">
                <a:solidFill>
                  <a:schemeClr val="tx1"/>
                </a:solidFill>
                <a:latin typeface="+mn-lt"/>
                <a:ea typeface="+mn-ea"/>
                <a:cs typeface="+mn-cs"/>
              </a:defRPr>
            </a:lvl3pPr>
            <a:lvl4pPr marL="1223831" algn="l" defTabSz="815887" rtl="0" eaLnBrk="1" latinLnBrk="0" hangingPunct="1">
              <a:defRPr sz="1608" kern="1200">
                <a:solidFill>
                  <a:schemeClr val="tx1"/>
                </a:solidFill>
                <a:latin typeface="+mn-lt"/>
                <a:ea typeface="+mn-ea"/>
                <a:cs typeface="+mn-cs"/>
              </a:defRPr>
            </a:lvl4pPr>
            <a:lvl5pPr marL="1631774" algn="l" defTabSz="815887" rtl="0" eaLnBrk="1" latinLnBrk="0" hangingPunct="1">
              <a:defRPr sz="1608" kern="1200">
                <a:solidFill>
                  <a:schemeClr val="tx1"/>
                </a:solidFill>
                <a:latin typeface="+mn-lt"/>
                <a:ea typeface="+mn-ea"/>
                <a:cs typeface="+mn-cs"/>
              </a:defRPr>
            </a:lvl5pPr>
            <a:lvl6pPr marL="2039718" algn="l" defTabSz="815887" rtl="0" eaLnBrk="1" latinLnBrk="0" hangingPunct="1">
              <a:defRPr sz="1608" kern="1200">
                <a:solidFill>
                  <a:schemeClr val="tx1"/>
                </a:solidFill>
                <a:latin typeface="+mn-lt"/>
                <a:ea typeface="+mn-ea"/>
                <a:cs typeface="+mn-cs"/>
              </a:defRPr>
            </a:lvl6pPr>
            <a:lvl7pPr marL="2447661" algn="l" defTabSz="815887" rtl="0" eaLnBrk="1" latinLnBrk="0" hangingPunct="1">
              <a:defRPr sz="1608" kern="1200">
                <a:solidFill>
                  <a:schemeClr val="tx1"/>
                </a:solidFill>
                <a:latin typeface="+mn-lt"/>
                <a:ea typeface="+mn-ea"/>
                <a:cs typeface="+mn-cs"/>
              </a:defRPr>
            </a:lvl7pPr>
            <a:lvl8pPr marL="2855605" algn="l" defTabSz="815887" rtl="0" eaLnBrk="1" latinLnBrk="0" hangingPunct="1">
              <a:defRPr sz="1608" kern="1200">
                <a:solidFill>
                  <a:schemeClr val="tx1"/>
                </a:solidFill>
                <a:latin typeface="+mn-lt"/>
                <a:ea typeface="+mn-ea"/>
                <a:cs typeface="+mn-cs"/>
              </a:defRPr>
            </a:lvl8pPr>
            <a:lvl9pPr marL="3263549" algn="l" defTabSz="815887" rtl="0" eaLnBrk="1" latinLnBrk="0" hangingPunct="1">
              <a:defRPr sz="1608" kern="1200">
                <a:solidFill>
                  <a:schemeClr val="tx1"/>
                </a:solidFill>
                <a:latin typeface="+mn-lt"/>
                <a:ea typeface="+mn-ea"/>
                <a:cs typeface="+mn-cs"/>
              </a:defRPr>
            </a:lvl9pPr>
          </a:lstStyle>
          <a:p>
            <a:pPr algn="ctr" eaLnBrk="1" hangingPunct="1"/>
            <a:r>
              <a:rPr lang="en-US" sz="4630" dirty="0">
                <a:latin typeface="Avenir Next LT Pro" panose="020F0502020204030204" pitchFamily="34" charset="0"/>
                <a:cs typeface="Montserrat" panose="020F0502020204030204" pitchFamily="34" charset="0"/>
              </a:rPr>
              <a:t>Alex Gardocki, Lauren Hsu, Sarvesh Prabhu, Aaron Gu, </a:t>
            </a:r>
            <a:r>
              <a:rPr lang="en-US" sz="4630" dirty="0" err="1">
                <a:latin typeface="Avenir Next LT Pro" panose="020F0502020204030204" pitchFamily="34" charset="0"/>
                <a:cs typeface="Montserrat" panose="020F0502020204030204" pitchFamily="34" charset="0"/>
              </a:rPr>
              <a:t>Aronya</a:t>
            </a:r>
            <a:r>
              <a:rPr lang="en-US" sz="4630" dirty="0">
                <a:latin typeface="Avenir Next LT Pro" panose="020F0502020204030204" pitchFamily="34" charset="0"/>
                <a:cs typeface="Montserrat" panose="020F0502020204030204" pitchFamily="34" charset="0"/>
              </a:rPr>
              <a:t> Sarker, Irene Ma, Monroe Weber-Shirk</a:t>
            </a:r>
          </a:p>
          <a:p>
            <a:pPr algn="ctr" eaLnBrk="1" hangingPunct="1"/>
            <a:r>
              <a:rPr lang="en-US" sz="4630" dirty="0" err="1">
                <a:latin typeface="Avenir Next LT Pro" panose="020F0502020204030204" pitchFamily="34" charset="0"/>
                <a:cs typeface="Montserrat" panose="020F0502020204030204" pitchFamily="34" charset="0"/>
              </a:rPr>
              <a:t>AguaClara</a:t>
            </a:r>
            <a:r>
              <a:rPr lang="en-US" sz="4630" dirty="0">
                <a:latin typeface="Avenir Next LT Pro" panose="020F0502020204030204" pitchFamily="34" charset="0"/>
                <a:cs typeface="Montserrat" panose="020F0502020204030204" pitchFamily="34" charset="0"/>
              </a:rPr>
              <a:t> Cornell, Civil and Environmental Engineering, Cornell University</a:t>
            </a:r>
          </a:p>
        </p:txBody>
      </p:sp>
      <p:sp>
        <p:nvSpPr>
          <p:cNvPr id="9" name="Rectangle 8">
            <a:extLst>
              <a:ext uri="{FF2B5EF4-FFF2-40B4-BE49-F238E27FC236}">
                <a16:creationId xmlns:a16="http://schemas.microsoft.com/office/drawing/2014/main" id="{BE6044FA-FC6C-5085-114C-3ECCA8C662E7}"/>
              </a:ext>
            </a:extLst>
          </p:cNvPr>
          <p:cNvSpPr/>
          <p:nvPr/>
        </p:nvSpPr>
        <p:spPr>
          <a:xfrm>
            <a:off x="731520" y="5098134"/>
            <a:ext cx="10058400" cy="4620738"/>
          </a:xfrm>
          <a:prstGeom prst="rect">
            <a:avLst/>
          </a:prstGeom>
          <a:noFill/>
          <a:ln>
            <a:solidFill>
              <a:srgbClr val="08C6F1"/>
            </a:solidFill>
          </a:ln>
        </p:spPr>
        <p:style>
          <a:lnRef idx="2">
            <a:schemeClr val="accent1">
              <a:shade val="50000"/>
            </a:schemeClr>
          </a:lnRef>
          <a:fillRef idx="1">
            <a:schemeClr val="accent1"/>
          </a:fillRef>
          <a:effectRef idx="0">
            <a:schemeClr val="accent1"/>
          </a:effectRef>
          <a:fontRef idx="minor">
            <a:schemeClr val="lt1"/>
          </a:fontRef>
        </p:style>
        <p:txBody>
          <a:bodyPr lIns="235131" tIns="235131" rIns="235131" bIns="235131" rtlCol="0" anchor="t"/>
          <a:lstStyle>
            <a:defPPr>
              <a:defRPr lang="en-US"/>
            </a:defPPr>
            <a:lvl1pPr marL="0" algn="l" defTabSz="815887" rtl="0" eaLnBrk="1" latinLnBrk="0" hangingPunct="1">
              <a:defRPr sz="1608" kern="1200">
                <a:solidFill>
                  <a:schemeClr val="tx1"/>
                </a:solidFill>
                <a:latin typeface="+mn-lt"/>
                <a:ea typeface="+mn-ea"/>
                <a:cs typeface="+mn-cs"/>
              </a:defRPr>
            </a:lvl1pPr>
            <a:lvl2pPr marL="407944" algn="l" defTabSz="815887" rtl="0" eaLnBrk="1" latinLnBrk="0" hangingPunct="1">
              <a:defRPr sz="1608" kern="1200">
                <a:solidFill>
                  <a:schemeClr val="tx1"/>
                </a:solidFill>
                <a:latin typeface="+mn-lt"/>
                <a:ea typeface="+mn-ea"/>
                <a:cs typeface="+mn-cs"/>
              </a:defRPr>
            </a:lvl2pPr>
            <a:lvl3pPr marL="815887" algn="l" defTabSz="815887" rtl="0" eaLnBrk="1" latinLnBrk="0" hangingPunct="1">
              <a:defRPr sz="1608" kern="1200">
                <a:solidFill>
                  <a:schemeClr val="tx1"/>
                </a:solidFill>
                <a:latin typeface="+mn-lt"/>
                <a:ea typeface="+mn-ea"/>
                <a:cs typeface="+mn-cs"/>
              </a:defRPr>
            </a:lvl3pPr>
            <a:lvl4pPr marL="1223831" algn="l" defTabSz="815887" rtl="0" eaLnBrk="1" latinLnBrk="0" hangingPunct="1">
              <a:defRPr sz="1608" kern="1200">
                <a:solidFill>
                  <a:schemeClr val="tx1"/>
                </a:solidFill>
                <a:latin typeface="+mn-lt"/>
                <a:ea typeface="+mn-ea"/>
                <a:cs typeface="+mn-cs"/>
              </a:defRPr>
            </a:lvl4pPr>
            <a:lvl5pPr marL="1631774" algn="l" defTabSz="815887" rtl="0" eaLnBrk="1" latinLnBrk="0" hangingPunct="1">
              <a:defRPr sz="1608" kern="1200">
                <a:solidFill>
                  <a:schemeClr val="tx1"/>
                </a:solidFill>
                <a:latin typeface="+mn-lt"/>
                <a:ea typeface="+mn-ea"/>
                <a:cs typeface="+mn-cs"/>
              </a:defRPr>
            </a:lvl5pPr>
            <a:lvl6pPr marL="2039718" algn="l" defTabSz="815887" rtl="0" eaLnBrk="1" latinLnBrk="0" hangingPunct="1">
              <a:defRPr sz="1608" kern="1200">
                <a:solidFill>
                  <a:schemeClr val="tx1"/>
                </a:solidFill>
                <a:latin typeface="+mn-lt"/>
                <a:ea typeface="+mn-ea"/>
                <a:cs typeface="+mn-cs"/>
              </a:defRPr>
            </a:lvl6pPr>
            <a:lvl7pPr marL="2447661" algn="l" defTabSz="815887" rtl="0" eaLnBrk="1" latinLnBrk="0" hangingPunct="1">
              <a:defRPr sz="1608" kern="1200">
                <a:solidFill>
                  <a:schemeClr val="tx1"/>
                </a:solidFill>
                <a:latin typeface="+mn-lt"/>
                <a:ea typeface="+mn-ea"/>
                <a:cs typeface="+mn-cs"/>
              </a:defRPr>
            </a:lvl7pPr>
            <a:lvl8pPr marL="2855605" algn="l" defTabSz="815887" rtl="0" eaLnBrk="1" latinLnBrk="0" hangingPunct="1">
              <a:defRPr sz="1608" kern="1200">
                <a:solidFill>
                  <a:schemeClr val="tx1"/>
                </a:solidFill>
                <a:latin typeface="+mn-lt"/>
                <a:ea typeface="+mn-ea"/>
                <a:cs typeface="+mn-cs"/>
              </a:defRPr>
            </a:lvl8pPr>
            <a:lvl9pPr marL="3263549" algn="l" defTabSz="815887" rtl="0" eaLnBrk="1" latinLnBrk="0" hangingPunct="1">
              <a:defRPr sz="1608" kern="1200">
                <a:solidFill>
                  <a:schemeClr val="tx1"/>
                </a:solidFill>
                <a:latin typeface="+mn-lt"/>
                <a:ea typeface="+mn-ea"/>
                <a:cs typeface="+mn-cs"/>
              </a:defRPr>
            </a:lvl9pPr>
          </a:lstStyle>
          <a:p>
            <a:endParaRPr lang="en-US" sz="2800" dirty="0"/>
          </a:p>
        </p:txBody>
      </p:sp>
      <p:sp>
        <p:nvSpPr>
          <p:cNvPr id="17" name="Rectangle 16">
            <a:extLst>
              <a:ext uri="{FF2B5EF4-FFF2-40B4-BE49-F238E27FC236}">
                <a16:creationId xmlns:a16="http://schemas.microsoft.com/office/drawing/2014/main" id="{74A7DC57-8C53-2729-1D50-9B0C30964891}"/>
              </a:ext>
            </a:extLst>
          </p:cNvPr>
          <p:cNvSpPr/>
          <p:nvPr/>
        </p:nvSpPr>
        <p:spPr>
          <a:xfrm>
            <a:off x="731520" y="4343400"/>
            <a:ext cx="10058400" cy="762948"/>
          </a:xfrm>
          <a:prstGeom prst="rect">
            <a:avLst/>
          </a:prstGeom>
          <a:solidFill>
            <a:srgbClr val="08C6F1">
              <a:alpha val="36863"/>
            </a:srgbClr>
          </a:solidFill>
          <a:ln>
            <a:solidFill>
              <a:srgbClr val="08C6F1"/>
            </a:solidFill>
          </a:ln>
        </p:spPr>
        <p:style>
          <a:lnRef idx="2">
            <a:schemeClr val="accent1">
              <a:shade val="50000"/>
            </a:schemeClr>
          </a:lnRef>
          <a:fillRef idx="1">
            <a:schemeClr val="accent1"/>
          </a:fillRef>
          <a:effectRef idx="0">
            <a:schemeClr val="accent1"/>
          </a:effectRef>
          <a:fontRef idx="minor">
            <a:schemeClr val="lt1"/>
          </a:fontRef>
        </p:style>
        <p:txBody>
          <a:bodyPr lIns="235131" tIns="235131" rIns="235131" bIns="235131" rtlCol="0" anchor="ctr"/>
          <a:lstStyle>
            <a:defPPr>
              <a:defRPr lang="en-US"/>
            </a:defPPr>
            <a:lvl1pPr marL="0" algn="l" defTabSz="815887" rtl="0" eaLnBrk="1" latinLnBrk="0" hangingPunct="1">
              <a:defRPr sz="1608" kern="1200">
                <a:solidFill>
                  <a:schemeClr val="tx1"/>
                </a:solidFill>
                <a:latin typeface="+mn-lt"/>
                <a:ea typeface="+mn-ea"/>
                <a:cs typeface="+mn-cs"/>
              </a:defRPr>
            </a:lvl1pPr>
            <a:lvl2pPr marL="407944" algn="l" defTabSz="815887" rtl="0" eaLnBrk="1" latinLnBrk="0" hangingPunct="1">
              <a:defRPr sz="1608" kern="1200">
                <a:solidFill>
                  <a:schemeClr val="tx1"/>
                </a:solidFill>
                <a:latin typeface="+mn-lt"/>
                <a:ea typeface="+mn-ea"/>
                <a:cs typeface="+mn-cs"/>
              </a:defRPr>
            </a:lvl2pPr>
            <a:lvl3pPr marL="815887" algn="l" defTabSz="815887" rtl="0" eaLnBrk="1" latinLnBrk="0" hangingPunct="1">
              <a:defRPr sz="1608" kern="1200">
                <a:solidFill>
                  <a:schemeClr val="tx1"/>
                </a:solidFill>
                <a:latin typeface="+mn-lt"/>
                <a:ea typeface="+mn-ea"/>
                <a:cs typeface="+mn-cs"/>
              </a:defRPr>
            </a:lvl3pPr>
            <a:lvl4pPr marL="1223831" algn="l" defTabSz="815887" rtl="0" eaLnBrk="1" latinLnBrk="0" hangingPunct="1">
              <a:defRPr sz="1608" kern="1200">
                <a:solidFill>
                  <a:schemeClr val="tx1"/>
                </a:solidFill>
                <a:latin typeface="+mn-lt"/>
                <a:ea typeface="+mn-ea"/>
                <a:cs typeface="+mn-cs"/>
              </a:defRPr>
            </a:lvl4pPr>
            <a:lvl5pPr marL="1631774" algn="l" defTabSz="815887" rtl="0" eaLnBrk="1" latinLnBrk="0" hangingPunct="1">
              <a:defRPr sz="1608" kern="1200">
                <a:solidFill>
                  <a:schemeClr val="tx1"/>
                </a:solidFill>
                <a:latin typeface="+mn-lt"/>
                <a:ea typeface="+mn-ea"/>
                <a:cs typeface="+mn-cs"/>
              </a:defRPr>
            </a:lvl5pPr>
            <a:lvl6pPr marL="2039718" algn="l" defTabSz="815887" rtl="0" eaLnBrk="1" latinLnBrk="0" hangingPunct="1">
              <a:defRPr sz="1608" kern="1200">
                <a:solidFill>
                  <a:schemeClr val="tx1"/>
                </a:solidFill>
                <a:latin typeface="+mn-lt"/>
                <a:ea typeface="+mn-ea"/>
                <a:cs typeface="+mn-cs"/>
              </a:defRPr>
            </a:lvl6pPr>
            <a:lvl7pPr marL="2447661" algn="l" defTabSz="815887" rtl="0" eaLnBrk="1" latinLnBrk="0" hangingPunct="1">
              <a:defRPr sz="1608" kern="1200">
                <a:solidFill>
                  <a:schemeClr val="tx1"/>
                </a:solidFill>
                <a:latin typeface="+mn-lt"/>
                <a:ea typeface="+mn-ea"/>
                <a:cs typeface="+mn-cs"/>
              </a:defRPr>
            </a:lvl7pPr>
            <a:lvl8pPr marL="2855605" algn="l" defTabSz="815887" rtl="0" eaLnBrk="1" latinLnBrk="0" hangingPunct="1">
              <a:defRPr sz="1608" kern="1200">
                <a:solidFill>
                  <a:schemeClr val="tx1"/>
                </a:solidFill>
                <a:latin typeface="+mn-lt"/>
                <a:ea typeface="+mn-ea"/>
                <a:cs typeface="+mn-cs"/>
              </a:defRPr>
            </a:lvl8pPr>
            <a:lvl9pPr marL="3263549" algn="l" defTabSz="815887" rtl="0" eaLnBrk="1" latinLnBrk="0" hangingPunct="1">
              <a:defRPr sz="1608" kern="1200">
                <a:solidFill>
                  <a:schemeClr val="tx1"/>
                </a:solidFill>
                <a:latin typeface="+mn-lt"/>
                <a:ea typeface="+mn-ea"/>
                <a:cs typeface="+mn-cs"/>
              </a:defRPr>
            </a:lvl9pPr>
          </a:lstStyle>
          <a:p>
            <a:pPr algn="ctr"/>
            <a:r>
              <a:rPr lang="en-US" sz="4115">
                <a:latin typeface="Avenir Next LT Pro" panose="020B0504020202020204" pitchFamily="34" charset="77"/>
              </a:rPr>
              <a:t>Abstract</a:t>
            </a:r>
          </a:p>
        </p:txBody>
      </p:sp>
      <p:sp>
        <p:nvSpPr>
          <p:cNvPr id="19" name="Rectangle 18">
            <a:extLst>
              <a:ext uri="{FF2B5EF4-FFF2-40B4-BE49-F238E27FC236}">
                <a16:creationId xmlns:a16="http://schemas.microsoft.com/office/drawing/2014/main" id="{0E508B99-3794-B014-860C-2F257109C7DB}"/>
              </a:ext>
            </a:extLst>
          </p:cNvPr>
          <p:cNvSpPr/>
          <p:nvPr/>
        </p:nvSpPr>
        <p:spPr>
          <a:xfrm>
            <a:off x="731520" y="10680192"/>
            <a:ext cx="10058400" cy="762948"/>
          </a:xfrm>
          <a:prstGeom prst="rect">
            <a:avLst/>
          </a:prstGeom>
          <a:solidFill>
            <a:srgbClr val="08C6F1">
              <a:alpha val="37255"/>
            </a:srgbClr>
          </a:solidFill>
          <a:ln>
            <a:solidFill>
              <a:srgbClr val="08C6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815887" rtl="0" eaLnBrk="1" latinLnBrk="0" hangingPunct="1">
              <a:defRPr sz="1608" kern="1200">
                <a:solidFill>
                  <a:schemeClr val="tx1"/>
                </a:solidFill>
                <a:latin typeface="+mn-lt"/>
                <a:ea typeface="+mn-ea"/>
                <a:cs typeface="+mn-cs"/>
              </a:defRPr>
            </a:lvl1pPr>
            <a:lvl2pPr marL="407944" algn="l" defTabSz="815887" rtl="0" eaLnBrk="1" latinLnBrk="0" hangingPunct="1">
              <a:defRPr sz="1608" kern="1200">
                <a:solidFill>
                  <a:schemeClr val="tx1"/>
                </a:solidFill>
                <a:latin typeface="+mn-lt"/>
                <a:ea typeface="+mn-ea"/>
                <a:cs typeface="+mn-cs"/>
              </a:defRPr>
            </a:lvl2pPr>
            <a:lvl3pPr marL="815887" algn="l" defTabSz="815887" rtl="0" eaLnBrk="1" latinLnBrk="0" hangingPunct="1">
              <a:defRPr sz="1608" kern="1200">
                <a:solidFill>
                  <a:schemeClr val="tx1"/>
                </a:solidFill>
                <a:latin typeface="+mn-lt"/>
                <a:ea typeface="+mn-ea"/>
                <a:cs typeface="+mn-cs"/>
              </a:defRPr>
            </a:lvl3pPr>
            <a:lvl4pPr marL="1223831" algn="l" defTabSz="815887" rtl="0" eaLnBrk="1" latinLnBrk="0" hangingPunct="1">
              <a:defRPr sz="1608" kern="1200">
                <a:solidFill>
                  <a:schemeClr val="tx1"/>
                </a:solidFill>
                <a:latin typeface="+mn-lt"/>
                <a:ea typeface="+mn-ea"/>
                <a:cs typeface="+mn-cs"/>
              </a:defRPr>
            </a:lvl4pPr>
            <a:lvl5pPr marL="1631774" algn="l" defTabSz="815887" rtl="0" eaLnBrk="1" latinLnBrk="0" hangingPunct="1">
              <a:defRPr sz="1608" kern="1200">
                <a:solidFill>
                  <a:schemeClr val="tx1"/>
                </a:solidFill>
                <a:latin typeface="+mn-lt"/>
                <a:ea typeface="+mn-ea"/>
                <a:cs typeface="+mn-cs"/>
              </a:defRPr>
            </a:lvl5pPr>
            <a:lvl6pPr marL="2039718" algn="l" defTabSz="815887" rtl="0" eaLnBrk="1" latinLnBrk="0" hangingPunct="1">
              <a:defRPr sz="1608" kern="1200">
                <a:solidFill>
                  <a:schemeClr val="tx1"/>
                </a:solidFill>
                <a:latin typeface="+mn-lt"/>
                <a:ea typeface="+mn-ea"/>
                <a:cs typeface="+mn-cs"/>
              </a:defRPr>
            </a:lvl6pPr>
            <a:lvl7pPr marL="2447661" algn="l" defTabSz="815887" rtl="0" eaLnBrk="1" latinLnBrk="0" hangingPunct="1">
              <a:defRPr sz="1608" kern="1200">
                <a:solidFill>
                  <a:schemeClr val="tx1"/>
                </a:solidFill>
                <a:latin typeface="+mn-lt"/>
                <a:ea typeface="+mn-ea"/>
                <a:cs typeface="+mn-cs"/>
              </a:defRPr>
            </a:lvl7pPr>
            <a:lvl8pPr marL="2855605" algn="l" defTabSz="815887" rtl="0" eaLnBrk="1" latinLnBrk="0" hangingPunct="1">
              <a:defRPr sz="1608" kern="1200">
                <a:solidFill>
                  <a:schemeClr val="tx1"/>
                </a:solidFill>
                <a:latin typeface="+mn-lt"/>
                <a:ea typeface="+mn-ea"/>
                <a:cs typeface="+mn-cs"/>
              </a:defRPr>
            </a:lvl8pPr>
            <a:lvl9pPr marL="3263549" algn="l" defTabSz="815887" rtl="0" eaLnBrk="1" latinLnBrk="0" hangingPunct="1">
              <a:defRPr sz="1608" kern="1200">
                <a:solidFill>
                  <a:schemeClr val="tx1"/>
                </a:solidFill>
                <a:latin typeface="+mn-lt"/>
                <a:ea typeface="+mn-ea"/>
                <a:cs typeface="+mn-cs"/>
              </a:defRPr>
            </a:lvl9pPr>
          </a:lstStyle>
          <a:p>
            <a:pPr algn="ctr"/>
            <a:r>
              <a:rPr lang="en-US" sz="4115" dirty="0">
                <a:latin typeface="Avenir Next LT Pro" panose="020B0504020202020204" pitchFamily="34" charset="77"/>
              </a:rPr>
              <a:t>Introduction</a:t>
            </a:r>
          </a:p>
        </p:txBody>
      </p:sp>
      <p:grpSp>
        <p:nvGrpSpPr>
          <p:cNvPr id="30" name="Group 29">
            <a:extLst>
              <a:ext uri="{FF2B5EF4-FFF2-40B4-BE49-F238E27FC236}">
                <a16:creationId xmlns:a16="http://schemas.microsoft.com/office/drawing/2014/main" id="{2162AE33-0744-3530-37B1-16DBD5623E78}"/>
              </a:ext>
            </a:extLst>
          </p:cNvPr>
          <p:cNvGrpSpPr/>
          <p:nvPr/>
        </p:nvGrpSpPr>
        <p:grpSpPr>
          <a:xfrm>
            <a:off x="33146067" y="13955643"/>
            <a:ext cx="9992444" cy="7107955"/>
            <a:chOff x="33346414" y="4335186"/>
            <a:chExt cx="9992444" cy="8467344"/>
          </a:xfrm>
        </p:grpSpPr>
        <p:sp>
          <p:nvSpPr>
            <p:cNvPr id="26" name="Rectangle 25">
              <a:extLst>
                <a:ext uri="{FF2B5EF4-FFF2-40B4-BE49-F238E27FC236}">
                  <a16:creationId xmlns:a16="http://schemas.microsoft.com/office/drawing/2014/main" id="{7979E832-A4F7-78FE-C289-4700E2C3905B}"/>
                </a:ext>
              </a:extLst>
            </p:cNvPr>
            <p:cNvSpPr/>
            <p:nvPr/>
          </p:nvSpPr>
          <p:spPr>
            <a:xfrm>
              <a:off x="33346415" y="5244046"/>
              <a:ext cx="9992443" cy="7558484"/>
            </a:xfrm>
            <a:prstGeom prst="rect">
              <a:avLst/>
            </a:prstGeom>
            <a:noFill/>
            <a:ln>
              <a:solidFill>
                <a:srgbClr val="08C6F1"/>
              </a:solidFill>
            </a:ln>
          </p:spPr>
          <p:style>
            <a:lnRef idx="2">
              <a:schemeClr val="accent1">
                <a:shade val="50000"/>
              </a:schemeClr>
            </a:lnRef>
            <a:fillRef idx="1">
              <a:schemeClr val="accent1"/>
            </a:fillRef>
            <a:effectRef idx="0">
              <a:schemeClr val="accent1"/>
            </a:effectRef>
            <a:fontRef idx="minor">
              <a:schemeClr val="lt1"/>
            </a:fontRef>
          </p:style>
          <p:txBody>
            <a:bodyPr lIns="235131" tIns="235131" rIns="235131" bIns="235131" rtlCol="0" anchor="t"/>
            <a:lstStyle>
              <a:defPPr>
                <a:defRPr lang="en-US"/>
              </a:defPPr>
              <a:lvl1pPr marL="0" algn="l" defTabSz="815887" rtl="0" eaLnBrk="1" latinLnBrk="0" hangingPunct="1">
                <a:defRPr sz="1608" kern="1200">
                  <a:solidFill>
                    <a:schemeClr val="tx1"/>
                  </a:solidFill>
                  <a:latin typeface="+mn-lt"/>
                  <a:ea typeface="+mn-ea"/>
                  <a:cs typeface="+mn-cs"/>
                </a:defRPr>
              </a:lvl1pPr>
              <a:lvl2pPr marL="407944" algn="l" defTabSz="815887" rtl="0" eaLnBrk="1" latinLnBrk="0" hangingPunct="1">
                <a:defRPr sz="1608" kern="1200">
                  <a:solidFill>
                    <a:schemeClr val="tx1"/>
                  </a:solidFill>
                  <a:latin typeface="+mn-lt"/>
                  <a:ea typeface="+mn-ea"/>
                  <a:cs typeface="+mn-cs"/>
                </a:defRPr>
              </a:lvl2pPr>
              <a:lvl3pPr marL="815887" algn="l" defTabSz="815887" rtl="0" eaLnBrk="1" latinLnBrk="0" hangingPunct="1">
                <a:defRPr sz="1608" kern="1200">
                  <a:solidFill>
                    <a:schemeClr val="tx1"/>
                  </a:solidFill>
                  <a:latin typeface="+mn-lt"/>
                  <a:ea typeface="+mn-ea"/>
                  <a:cs typeface="+mn-cs"/>
                </a:defRPr>
              </a:lvl3pPr>
              <a:lvl4pPr marL="1223831" algn="l" defTabSz="815887" rtl="0" eaLnBrk="1" latinLnBrk="0" hangingPunct="1">
                <a:defRPr sz="1608" kern="1200">
                  <a:solidFill>
                    <a:schemeClr val="tx1"/>
                  </a:solidFill>
                  <a:latin typeface="+mn-lt"/>
                  <a:ea typeface="+mn-ea"/>
                  <a:cs typeface="+mn-cs"/>
                </a:defRPr>
              </a:lvl4pPr>
              <a:lvl5pPr marL="1631774" algn="l" defTabSz="815887" rtl="0" eaLnBrk="1" latinLnBrk="0" hangingPunct="1">
                <a:defRPr sz="1608" kern="1200">
                  <a:solidFill>
                    <a:schemeClr val="tx1"/>
                  </a:solidFill>
                  <a:latin typeface="+mn-lt"/>
                  <a:ea typeface="+mn-ea"/>
                  <a:cs typeface="+mn-cs"/>
                </a:defRPr>
              </a:lvl5pPr>
              <a:lvl6pPr marL="2039718" algn="l" defTabSz="815887" rtl="0" eaLnBrk="1" latinLnBrk="0" hangingPunct="1">
                <a:defRPr sz="1608" kern="1200">
                  <a:solidFill>
                    <a:schemeClr val="tx1"/>
                  </a:solidFill>
                  <a:latin typeface="+mn-lt"/>
                  <a:ea typeface="+mn-ea"/>
                  <a:cs typeface="+mn-cs"/>
                </a:defRPr>
              </a:lvl6pPr>
              <a:lvl7pPr marL="2447661" algn="l" defTabSz="815887" rtl="0" eaLnBrk="1" latinLnBrk="0" hangingPunct="1">
                <a:defRPr sz="1608" kern="1200">
                  <a:solidFill>
                    <a:schemeClr val="tx1"/>
                  </a:solidFill>
                  <a:latin typeface="+mn-lt"/>
                  <a:ea typeface="+mn-ea"/>
                  <a:cs typeface="+mn-cs"/>
                </a:defRPr>
              </a:lvl7pPr>
              <a:lvl8pPr marL="2855605" algn="l" defTabSz="815887" rtl="0" eaLnBrk="1" latinLnBrk="0" hangingPunct="1">
                <a:defRPr sz="1608" kern="1200">
                  <a:solidFill>
                    <a:schemeClr val="tx1"/>
                  </a:solidFill>
                  <a:latin typeface="+mn-lt"/>
                  <a:ea typeface="+mn-ea"/>
                  <a:cs typeface="+mn-cs"/>
                </a:defRPr>
              </a:lvl8pPr>
              <a:lvl9pPr marL="3263549" algn="l" defTabSz="815887" rtl="0" eaLnBrk="1" latinLnBrk="0" hangingPunct="1">
                <a:defRPr sz="1608" kern="1200">
                  <a:solidFill>
                    <a:schemeClr val="tx1"/>
                  </a:solidFill>
                  <a:latin typeface="+mn-lt"/>
                  <a:ea typeface="+mn-ea"/>
                  <a:cs typeface="+mn-cs"/>
                </a:defRPr>
              </a:lvl9pPr>
            </a:lstStyle>
            <a:p>
              <a:pPr marL="228600">
                <a:spcBef>
                  <a:spcPts val="1500"/>
                </a:spcBef>
              </a:pPr>
              <a:r>
                <a:rPr lang="en-US" sz="2800" b="1" dirty="0">
                  <a:latin typeface="Avenir Next LT Pro"/>
                </a:rPr>
                <a:t>Floc Saturation</a:t>
              </a:r>
            </a:p>
            <a:p>
              <a:pPr marL="685800" indent="-457200">
                <a:spcBef>
                  <a:spcPts val="1500"/>
                </a:spcBef>
                <a:buFont typeface="Arial" panose="020B0604020202020204" pitchFamily="34" charset="0"/>
                <a:buChar char="•"/>
              </a:pPr>
              <a:r>
                <a:rPr lang="en-US" sz="2800" dirty="0">
                  <a:latin typeface="Avenir Next LT Pro"/>
                </a:rPr>
                <a:t>Conduct jar tests using methylene blue–dyed flocs to </a:t>
              </a:r>
              <a:r>
                <a:rPr lang="en-US" sz="2800" dirty="0" err="1">
                  <a:latin typeface="Avenir Next LT Pro"/>
                </a:rPr>
                <a:t>evalutate</a:t>
              </a:r>
              <a:r>
                <a:rPr lang="en-US" sz="2800" dirty="0">
                  <a:latin typeface="Avenir Next LT Pro"/>
                </a:rPr>
                <a:t> floc saturation distribution</a:t>
              </a:r>
            </a:p>
            <a:p>
              <a:pPr marL="228600">
                <a:spcBef>
                  <a:spcPts val="1500"/>
                </a:spcBef>
              </a:pPr>
              <a:r>
                <a:rPr lang="en-US" sz="2800" b="1" dirty="0">
                  <a:latin typeface="Avenir Next LT Pro"/>
                </a:rPr>
                <a:t>Clarification Modeling</a:t>
              </a:r>
            </a:p>
            <a:p>
              <a:pPr marL="685800" indent="-457200">
                <a:spcBef>
                  <a:spcPts val="1500"/>
                </a:spcBef>
                <a:buFont typeface="Arial" panose="020B0604020202020204" pitchFamily="34" charset="0"/>
                <a:buChar char="•"/>
              </a:pPr>
              <a:r>
                <a:rPr lang="en-US" sz="2800" dirty="0">
                  <a:latin typeface="Avenir Next LT Pro"/>
                </a:rPr>
                <a:t>Modify model to account for extremely high coagulant coverage, possibly by introducing charge repulsion or assuming some fraction of coagulant remains in suspension</a:t>
              </a:r>
            </a:p>
            <a:p>
              <a:pPr marL="685800" indent="-457200">
                <a:spcBef>
                  <a:spcPts val="1500"/>
                </a:spcBef>
                <a:buFont typeface="Arial" panose="020B0604020202020204" pitchFamily="34" charset="0"/>
                <a:buChar char="•"/>
              </a:pPr>
              <a:r>
                <a:rPr lang="en-US" sz="2800" dirty="0">
                  <a:latin typeface="Avenir Next LT Pro"/>
                </a:rPr>
                <a:t>Fit updated models to real-world operational data from </a:t>
              </a:r>
              <a:r>
                <a:rPr lang="en-US" sz="2800" dirty="0" err="1">
                  <a:latin typeface="Avenir Next LT Pro"/>
                </a:rPr>
                <a:t>AguaClara</a:t>
              </a:r>
              <a:r>
                <a:rPr lang="en-US" sz="2800" dirty="0">
                  <a:latin typeface="Avenir Next LT Pro"/>
                </a:rPr>
                <a:t> plant operators with the help of POST in order to validate the model and improve model parameters</a:t>
              </a:r>
            </a:p>
          </p:txBody>
        </p:sp>
        <p:sp>
          <p:nvSpPr>
            <p:cNvPr id="27" name="Rectangle 26">
              <a:extLst>
                <a:ext uri="{FF2B5EF4-FFF2-40B4-BE49-F238E27FC236}">
                  <a16:creationId xmlns:a16="http://schemas.microsoft.com/office/drawing/2014/main" id="{4B74E56D-2417-C912-21E7-2CFE7724A512}"/>
                </a:ext>
              </a:extLst>
            </p:cNvPr>
            <p:cNvSpPr/>
            <p:nvPr/>
          </p:nvSpPr>
          <p:spPr>
            <a:xfrm>
              <a:off x="33346414" y="4335186"/>
              <a:ext cx="9974087" cy="908860"/>
            </a:xfrm>
            <a:prstGeom prst="rect">
              <a:avLst/>
            </a:prstGeom>
            <a:solidFill>
              <a:srgbClr val="08C6F1">
                <a:alpha val="37255"/>
              </a:srgbClr>
            </a:solidFill>
            <a:ln>
              <a:solidFill>
                <a:srgbClr val="08C6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815887" rtl="0" eaLnBrk="1" latinLnBrk="0" hangingPunct="1">
                <a:defRPr sz="1608" kern="1200">
                  <a:solidFill>
                    <a:schemeClr val="tx1"/>
                  </a:solidFill>
                  <a:latin typeface="+mn-lt"/>
                  <a:ea typeface="+mn-ea"/>
                  <a:cs typeface="+mn-cs"/>
                </a:defRPr>
              </a:lvl1pPr>
              <a:lvl2pPr marL="407944" algn="l" defTabSz="815887" rtl="0" eaLnBrk="1" latinLnBrk="0" hangingPunct="1">
                <a:defRPr sz="1608" kern="1200">
                  <a:solidFill>
                    <a:schemeClr val="tx1"/>
                  </a:solidFill>
                  <a:latin typeface="+mn-lt"/>
                  <a:ea typeface="+mn-ea"/>
                  <a:cs typeface="+mn-cs"/>
                </a:defRPr>
              </a:lvl2pPr>
              <a:lvl3pPr marL="815887" algn="l" defTabSz="815887" rtl="0" eaLnBrk="1" latinLnBrk="0" hangingPunct="1">
                <a:defRPr sz="1608" kern="1200">
                  <a:solidFill>
                    <a:schemeClr val="tx1"/>
                  </a:solidFill>
                  <a:latin typeface="+mn-lt"/>
                  <a:ea typeface="+mn-ea"/>
                  <a:cs typeface="+mn-cs"/>
                </a:defRPr>
              </a:lvl3pPr>
              <a:lvl4pPr marL="1223831" algn="l" defTabSz="815887" rtl="0" eaLnBrk="1" latinLnBrk="0" hangingPunct="1">
                <a:defRPr sz="1608" kern="1200">
                  <a:solidFill>
                    <a:schemeClr val="tx1"/>
                  </a:solidFill>
                  <a:latin typeface="+mn-lt"/>
                  <a:ea typeface="+mn-ea"/>
                  <a:cs typeface="+mn-cs"/>
                </a:defRPr>
              </a:lvl4pPr>
              <a:lvl5pPr marL="1631774" algn="l" defTabSz="815887" rtl="0" eaLnBrk="1" latinLnBrk="0" hangingPunct="1">
                <a:defRPr sz="1608" kern="1200">
                  <a:solidFill>
                    <a:schemeClr val="tx1"/>
                  </a:solidFill>
                  <a:latin typeface="+mn-lt"/>
                  <a:ea typeface="+mn-ea"/>
                  <a:cs typeface="+mn-cs"/>
                </a:defRPr>
              </a:lvl5pPr>
              <a:lvl6pPr marL="2039718" algn="l" defTabSz="815887" rtl="0" eaLnBrk="1" latinLnBrk="0" hangingPunct="1">
                <a:defRPr sz="1608" kern="1200">
                  <a:solidFill>
                    <a:schemeClr val="tx1"/>
                  </a:solidFill>
                  <a:latin typeface="+mn-lt"/>
                  <a:ea typeface="+mn-ea"/>
                  <a:cs typeface="+mn-cs"/>
                </a:defRPr>
              </a:lvl6pPr>
              <a:lvl7pPr marL="2447661" algn="l" defTabSz="815887" rtl="0" eaLnBrk="1" latinLnBrk="0" hangingPunct="1">
                <a:defRPr sz="1608" kern="1200">
                  <a:solidFill>
                    <a:schemeClr val="tx1"/>
                  </a:solidFill>
                  <a:latin typeface="+mn-lt"/>
                  <a:ea typeface="+mn-ea"/>
                  <a:cs typeface="+mn-cs"/>
                </a:defRPr>
              </a:lvl7pPr>
              <a:lvl8pPr marL="2855605" algn="l" defTabSz="815887" rtl="0" eaLnBrk="1" latinLnBrk="0" hangingPunct="1">
                <a:defRPr sz="1608" kern="1200">
                  <a:solidFill>
                    <a:schemeClr val="tx1"/>
                  </a:solidFill>
                  <a:latin typeface="+mn-lt"/>
                  <a:ea typeface="+mn-ea"/>
                  <a:cs typeface="+mn-cs"/>
                </a:defRPr>
              </a:lvl8pPr>
              <a:lvl9pPr marL="3263549" algn="l" defTabSz="815887" rtl="0" eaLnBrk="1" latinLnBrk="0" hangingPunct="1">
                <a:defRPr sz="1608" kern="1200">
                  <a:solidFill>
                    <a:schemeClr val="tx1"/>
                  </a:solidFill>
                  <a:latin typeface="+mn-lt"/>
                  <a:ea typeface="+mn-ea"/>
                  <a:cs typeface="+mn-cs"/>
                </a:defRPr>
              </a:lvl9pPr>
            </a:lstStyle>
            <a:p>
              <a:pPr algn="ctr"/>
              <a:r>
                <a:rPr lang="en-US" sz="4115">
                  <a:latin typeface="Avenir Next LT Pro" panose="020B0504020202020204" pitchFamily="34" charset="77"/>
                </a:rPr>
                <a:t>Future Work</a:t>
              </a:r>
            </a:p>
          </p:txBody>
        </p:sp>
      </p:grpSp>
      <p:sp>
        <p:nvSpPr>
          <p:cNvPr id="29" name="Rectangle 28">
            <a:extLst>
              <a:ext uri="{FF2B5EF4-FFF2-40B4-BE49-F238E27FC236}">
                <a16:creationId xmlns:a16="http://schemas.microsoft.com/office/drawing/2014/main" id="{FB67D614-5B0C-E5E7-94F0-519E851EBF7C}"/>
              </a:ext>
            </a:extLst>
          </p:cNvPr>
          <p:cNvSpPr/>
          <p:nvPr/>
        </p:nvSpPr>
        <p:spPr>
          <a:xfrm>
            <a:off x="33131306" y="21472330"/>
            <a:ext cx="10058400" cy="834794"/>
          </a:xfrm>
          <a:prstGeom prst="rect">
            <a:avLst/>
          </a:prstGeom>
          <a:solidFill>
            <a:srgbClr val="08C6F1">
              <a:alpha val="37255"/>
            </a:srgbClr>
          </a:solidFill>
          <a:ln>
            <a:solidFill>
              <a:srgbClr val="08C6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815887" rtl="0" eaLnBrk="1" latinLnBrk="0" hangingPunct="1">
              <a:defRPr sz="1608" kern="1200">
                <a:solidFill>
                  <a:schemeClr val="tx1"/>
                </a:solidFill>
                <a:latin typeface="+mn-lt"/>
                <a:ea typeface="+mn-ea"/>
                <a:cs typeface="+mn-cs"/>
              </a:defRPr>
            </a:lvl1pPr>
            <a:lvl2pPr marL="407944" algn="l" defTabSz="815887" rtl="0" eaLnBrk="1" latinLnBrk="0" hangingPunct="1">
              <a:defRPr sz="1608" kern="1200">
                <a:solidFill>
                  <a:schemeClr val="tx1"/>
                </a:solidFill>
                <a:latin typeface="+mn-lt"/>
                <a:ea typeface="+mn-ea"/>
                <a:cs typeface="+mn-cs"/>
              </a:defRPr>
            </a:lvl2pPr>
            <a:lvl3pPr marL="815887" algn="l" defTabSz="815887" rtl="0" eaLnBrk="1" latinLnBrk="0" hangingPunct="1">
              <a:defRPr sz="1608" kern="1200">
                <a:solidFill>
                  <a:schemeClr val="tx1"/>
                </a:solidFill>
                <a:latin typeface="+mn-lt"/>
                <a:ea typeface="+mn-ea"/>
                <a:cs typeface="+mn-cs"/>
              </a:defRPr>
            </a:lvl3pPr>
            <a:lvl4pPr marL="1223831" algn="l" defTabSz="815887" rtl="0" eaLnBrk="1" latinLnBrk="0" hangingPunct="1">
              <a:defRPr sz="1608" kern="1200">
                <a:solidFill>
                  <a:schemeClr val="tx1"/>
                </a:solidFill>
                <a:latin typeface="+mn-lt"/>
                <a:ea typeface="+mn-ea"/>
                <a:cs typeface="+mn-cs"/>
              </a:defRPr>
            </a:lvl4pPr>
            <a:lvl5pPr marL="1631774" algn="l" defTabSz="815887" rtl="0" eaLnBrk="1" latinLnBrk="0" hangingPunct="1">
              <a:defRPr sz="1608" kern="1200">
                <a:solidFill>
                  <a:schemeClr val="tx1"/>
                </a:solidFill>
                <a:latin typeface="+mn-lt"/>
                <a:ea typeface="+mn-ea"/>
                <a:cs typeface="+mn-cs"/>
              </a:defRPr>
            </a:lvl5pPr>
            <a:lvl6pPr marL="2039718" algn="l" defTabSz="815887" rtl="0" eaLnBrk="1" latinLnBrk="0" hangingPunct="1">
              <a:defRPr sz="1608" kern="1200">
                <a:solidFill>
                  <a:schemeClr val="tx1"/>
                </a:solidFill>
                <a:latin typeface="+mn-lt"/>
                <a:ea typeface="+mn-ea"/>
                <a:cs typeface="+mn-cs"/>
              </a:defRPr>
            </a:lvl6pPr>
            <a:lvl7pPr marL="2447661" algn="l" defTabSz="815887" rtl="0" eaLnBrk="1" latinLnBrk="0" hangingPunct="1">
              <a:defRPr sz="1608" kern="1200">
                <a:solidFill>
                  <a:schemeClr val="tx1"/>
                </a:solidFill>
                <a:latin typeface="+mn-lt"/>
                <a:ea typeface="+mn-ea"/>
                <a:cs typeface="+mn-cs"/>
              </a:defRPr>
            </a:lvl7pPr>
            <a:lvl8pPr marL="2855605" algn="l" defTabSz="815887" rtl="0" eaLnBrk="1" latinLnBrk="0" hangingPunct="1">
              <a:defRPr sz="1608" kern="1200">
                <a:solidFill>
                  <a:schemeClr val="tx1"/>
                </a:solidFill>
                <a:latin typeface="+mn-lt"/>
                <a:ea typeface="+mn-ea"/>
                <a:cs typeface="+mn-cs"/>
              </a:defRPr>
            </a:lvl8pPr>
            <a:lvl9pPr marL="3263549" algn="l" defTabSz="815887" rtl="0" eaLnBrk="1" latinLnBrk="0" hangingPunct="1">
              <a:defRPr sz="1608" kern="1200">
                <a:solidFill>
                  <a:schemeClr val="tx1"/>
                </a:solidFill>
                <a:latin typeface="+mn-lt"/>
                <a:ea typeface="+mn-ea"/>
                <a:cs typeface="+mn-cs"/>
              </a:defRPr>
            </a:lvl9pPr>
          </a:lstStyle>
          <a:p>
            <a:pPr algn="ctr"/>
            <a:r>
              <a:rPr lang="en-US" sz="4115">
                <a:latin typeface="Avenir Next LT Pro" panose="020B0504020202020204" pitchFamily="34" charset="77"/>
              </a:rPr>
              <a:t>References</a:t>
            </a:r>
          </a:p>
        </p:txBody>
      </p:sp>
      <p:sp>
        <p:nvSpPr>
          <p:cNvPr id="32" name="Rectangle 31">
            <a:extLst>
              <a:ext uri="{FF2B5EF4-FFF2-40B4-BE49-F238E27FC236}">
                <a16:creationId xmlns:a16="http://schemas.microsoft.com/office/drawing/2014/main" id="{0B829EA5-23B3-77FC-C208-18929E8E9616}"/>
              </a:ext>
            </a:extLst>
          </p:cNvPr>
          <p:cNvSpPr/>
          <p:nvPr/>
        </p:nvSpPr>
        <p:spPr>
          <a:xfrm>
            <a:off x="33131306" y="29230192"/>
            <a:ext cx="10058400" cy="1749359"/>
          </a:xfrm>
          <a:prstGeom prst="rect">
            <a:avLst/>
          </a:prstGeom>
          <a:noFill/>
          <a:ln>
            <a:solidFill>
              <a:srgbClr val="08C6F1"/>
            </a:solidFill>
          </a:ln>
        </p:spPr>
        <p:style>
          <a:lnRef idx="2">
            <a:schemeClr val="accent1">
              <a:shade val="50000"/>
            </a:schemeClr>
          </a:lnRef>
          <a:fillRef idx="1">
            <a:schemeClr val="accent1"/>
          </a:fillRef>
          <a:effectRef idx="0">
            <a:schemeClr val="accent1"/>
          </a:effectRef>
          <a:fontRef idx="minor">
            <a:schemeClr val="lt1"/>
          </a:fontRef>
        </p:style>
        <p:txBody>
          <a:bodyPr lIns="235131" tIns="235131" rIns="235131" bIns="235131" rtlCol="0" anchor="t"/>
          <a:lstStyle>
            <a:defPPr>
              <a:defRPr lang="en-US"/>
            </a:defPPr>
            <a:lvl1pPr marL="0" algn="l" defTabSz="815887" rtl="0" eaLnBrk="1" latinLnBrk="0" hangingPunct="1">
              <a:defRPr sz="1608" kern="1200">
                <a:solidFill>
                  <a:schemeClr val="tx1"/>
                </a:solidFill>
                <a:latin typeface="+mn-lt"/>
                <a:ea typeface="+mn-ea"/>
                <a:cs typeface="+mn-cs"/>
              </a:defRPr>
            </a:lvl1pPr>
            <a:lvl2pPr marL="407944" algn="l" defTabSz="815887" rtl="0" eaLnBrk="1" latinLnBrk="0" hangingPunct="1">
              <a:defRPr sz="1608" kern="1200">
                <a:solidFill>
                  <a:schemeClr val="tx1"/>
                </a:solidFill>
                <a:latin typeface="+mn-lt"/>
                <a:ea typeface="+mn-ea"/>
                <a:cs typeface="+mn-cs"/>
              </a:defRPr>
            </a:lvl2pPr>
            <a:lvl3pPr marL="815887" algn="l" defTabSz="815887" rtl="0" eaLnBrk="1" latinLnBrk="0" hangingPunct="1">
              <a:defRPr sz="1608" kern="1200">
                <a:solidFill>
                  <a:schemeClr val="tx1"/>
                </a:solidFill>
                <a:latin typeface="+mn-lt"/>
                <a:ea typeface="+mn-ea"/>
                <a:cs typeface="+mn-cs"/>
              </a:defRPr>
            </a:lvl3pPr>
            <a:lvl4pPr marL="1223831" algn="l" defTabSz="815887" rtl="0" eaLnBrk="1" latinLnBrk="0" hangingPunct="1">
              <a:defRPr sz="1608" kern="1200">
                <a:solidFill>
                  <a:schemeClr val="tx1"/>
                </a:solidFill>
                <a:latin typeface="+mn-lt"/>
                <a:ea typeface="+mn-ea"/>
                <a:cs typeface="+mn-cs"/>
              </a:defRPr>
            </a:lvl4pPr>
            <a:lvl5pPr marL="1631774" algn="l" defTabSz="815887" rtl="0" eaLnBrk="1" latinLnBrk="0" hangingPunct="1">
              <a:defRPr sz="1608" kern="1200">
                <a:solidFill>
                  <a:schemeClr val="tx1"/>
                </a:solidFill>
                <a:latin typeface="+mn-lt"/>
                <a:ea typeface="+mn-ea"/>
                <a:cs typeface="+mn-cs"/>
              </a:defRPr>
            </a:lvl5pPr>
            <a:lvl6pPr marL="2039718" algn="l" defTabSz="815887" rtl="0" eaLnBrk="1" latinLnBrk="0" hangingPunct="1">
              <a:defRPr sz="1608" kern="1200">
                <a:solidFill>
                  <a:schemeClr val="tx1"/>
                </a:solidFill>
                <a:latin typeface="+mn-lt"/>
                <a:ea typeface="+mn-ea"/>
                <a:cs typeface="+mn-cs"/>
              </a:defRPr>
            </a:lvl6pPr>
            <a:lvl7pPr marL="2447661" algn="l" defTabSz="815887" rtl="0" eaLnBrk="1" latinLnBrk="0" hangingPunct="1">
              <a:defRPr sz="1608" kern="1200">
                <a:solidFill>
                  <a:schemeClr val="tx1"/>
                </a:solidFill>
                <a:latin typeface="+mn-lt"/>
                <a:ea typeface="+mn-ea"/>
                <a:cs typeface="+mn-cs"/>
              </a:defRPr>
            </a:lvl7pPr>
            <a:lvl8pPr marL="2855605" algn="l" defTabSz="815887" rtl="0" eaLnBrk="1" latinLnBrk="0" hangingPunct="1">
              <a:defRPr sz="1608" kern="1200">
                <a:solidFill>
                  <a:schemeClr val="tx1"/>
                </a:solidFill>
                <a:latin typeface="+mn-lt"/>
                <a:ea typeface="+mn-ea"/>
                <a:cs typeface="+mn-cs"/>
              </a:defRPr>
            </a:lvl8pPr>
            <a:lvl9pPr marL="3263549" algn="l" defTabSz="815887" rtl="0" eaLnBrk="1" latinLnBrk="0" hangingPunct="1">
              <a:defRPr sz="1608" kern="1200">
                <a:solidFill>
                  <a:schemeClr val="tx1"/>
                </a:solidFill>
                <a:latin typeface="+mn-lt"/>
                <a:ea typeface="+mn-ea"/>
                <a:cs typeface="+mn-cs"/>
              </a:defRPr>
            </a:lvl9pPr>
          </a:lstStyle>
          <a:p>
            <a:r>
              <a:rPr lang="en-US" sz="2800" dirty="0">
                <a:latin typeface="Avenir Next LT Pro" panose="020B0504020202020204" pitchFamily="34" charset="77"/>
              </a:rPr>
              <a:t>Thank you to </a:t>
            </a:r>
            <a:r>
              <a:rPr lang="en-US" sz="2800" dirty="0" err="1">
                <a:latin typeface="Avenir Next LT Pro" panose="020B0504020202020204" pitchFamily="34" charset="77"/>
              </a:rPr>
              <a:t>AguaClara</a:t>
            </a:r>
            <a:r>
              <a:rPr lang="en-US" sz="2800" dirty="0">
                <a:latin typeface="Avenir Next LT Pro" panose="020B0504020202020204" pitchFamily="34" charset="77"/>
              </a:rPr>
              <a:t> Reach, Agua Para </a:t>
            </a:r>
            <a:r>
              <a:rPr lang="en-US" sz="2800" dirty="0" err="1">
                <a:latin typeface="Avenir Next LT Pro" panose="020B0504020202020204" pitchFamily="34" charset="77"/>
              </a:rPr>
              <a:t>el</a:t>
            </a:r>
            <a:r>
              <a:rPr lang="en-US" sz="2800" dirty="0">
                <a:latin typeface="Avenir Next LT Pro" panose="020B0504020202020204" pitchFamily="34" charset="77"/>
              </a:rPr>
              <a:t> Pueblo, </a:t>
            </a:r>
            <a:r>
              <a:rPr lang="en-US" sz="2800" dirty="0" err="1">
                <a:latin typeface="Avenir Next LT Pro" panose="020B0504020202020204" pitchFamily="34" charset="77"/>
              </a:rPr>
              <a:t>AguaClara</a:t>
            </a:r>
            <a:r>
              <a:rPr lang="en-US" sz="2800" dirty="0">
                <a:latin typeface="Avenir Next LT Pro" panose="020B0504020202020204" pitchFamily="34" charset="77"/>
              </a:rPr>
              <a:t> Cornell, Cornell Engineering, Cornell Project Teams, Andrew Pennock, and Dr. Monroe Weber-Shirk.</a:t>
            </a:r>
          </a:p>
        </p:txBody>
      </p:sp>
      <p:sp>
        <p:nvSpPr>
          <p:cNvPr id="33" name="Rectangle 32">
            <a:extLst>
              <a:ext uri="{FF2B5EF4-FFF2-40B4-BE49-F238E27FC236}">
                <a16:creationId xmlns:a16="http://schemas.microsoft.com/office/drawing/2014/main" id="{F12BC07A-E390-3365-7F78-9012955FF558}"/>
              </a:ext>
            </a:extLst>
          </p:cNvPr>
          <p:cNvSpPr/>
          <p:nvPr/>
        </p:nvSpPr>
        <p:spPr>
          <a:xfrm>
            <a:off x="33131306" y="28467244"/>
            <a:ext cx="10058400" cy="762948"/>
          </a:xfrm>
          <a:prstGeom prst="rect">
            <a:avLst/>
          </a:prstGeom>
          <a:solidFill>
            <a:srgbClr val="08C6F1">
              <a:alpha val="37255"/>
            </a:srgbClr>
          </a:solidFill>
          <a:ln>
            <a:solidFill>
              <a:srgbClr val="08C6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815887" rtl="0" eaLnBrk="1" latinLnBrk="0" hangingPunct="1">
              <a:defRPr sz="1608" kern="1200">
                <a:solidFill>
                  <a:schemeClr val="tx1"/>
                </a:solidFill>
                <a:latin typeface="+mn-lt"/>
                <a:ea typeface="+mn-ea"/>
                <a:cs typeface="+mn-cs"/>
              </a:defRPr>
            </a:lvl1pPr>
            <a:lvl2pPr marL="407944" algn="l" defTabSz="815887" rtl="0" eaLnBrk="1" latinLnBrk="0" hangingPunct="1">
              <a:defRPr sz="1608" kern="1200">
                <a:solidFill>
                  <a:schemeClr val="tx1"/>
                </a:solidFill>
                <a:latin typeface="+mn-lt"/>
                <a:ea typeface="+mn-ea"/>
                <a:cs typeface="+mn-cs"/>
              </a:defRPr>
            </a:lvl2pPr>
            <a:lvl3pPr marL="815887" algn="l" defTabSz="815887" rtl="0" eaLnBrk="1" latinLnBrk="0" hangingPunct="1">
              <a:defRPr sz="1608" kern="1200">
                <a:solidFill>
                  <a:schemeClr val="tx1"/>
                </a:solidFill>
                <a:latin typeface="+mn-lt"/>
                <a:ea typeface="+mn-ea"/>
                <a:cs typeface="+mn-cs"/>
              </a:defRPr>
            </a:lvl3pPr>
            <a:lvl4pPr marL="1223831" algn="l" defTabSz="815887" rtl="0" eaLnBrk="1" latinLnBrk="0" hangingPunct="1">
              <a:defRPr sz="1608" kern="1200">
                <a:solidFill>
                  <a:schemeClr val="tx1"/>
                </a:solidFill>
                <a:latin typeface="+mn-lt"/>
                <a:ea typeface="+mn-ea"/>
                <a:cs typeface="+mn-cs"/>
              </a:defRPr>
            </a:lvl4pPr>
            <a:lvl5pPr marL="1631774" algn="l" defTabSz="815887" rtl="0" eaLnBrk="1" latinLnBrk="0" hangingPunct="1">
              <a:defRPr sz="1608" kern="1200">
                <a:solidFill>
                  <a:schemeClr val="tx1"/>
                </a:solidFill>
                <a:latin typeface="+mn-lt"/>
                <a:ea typeface="+mn-ea"/>
                <a:cs typeface="+mn-cs"/>
              </a:defRPr>
            </a:lvl5pPr>
            <a:lvl6pPr marL="2039718" algn="l" defTabSz="815887" rtl="0" eaLnBrk="1" latinLnBrk="0" hangingPunct="1">
              <a:defRPr sz="1608" kern="1200">
                <a:solidFill>
                  <a:schemeClr val="tx1"/>
                </a:solidFill>
                <a:latin typeface="+mn-lt"/>
                <a:ea typeface="+mn-ea"/>
                <a:cs typeface="+mn-cs"/>
              </a:defRPr>
            </a:lvl6pPr>
            <a:lvl7pPr marL="2447661" algn="l" defTabSz="815887" rtl="0" eaLnBrk="1" latinLnBrk="0" hangingPunct="1">
              <a:defRPr sz="1608" kern="1200">
                <a:solidFill>
                  <a:schemeClr val="tx1"/>
                </a:solidFill>
                <a:latin typeface="+mn-lt"/>
                <a:ea typeface="+mn-ea"/>
                <a:cs typeface="+mn-cs"/>
              </a:defRPr>
            </a:lvl7pPr>
            <a:lvl8pPr marL="2855605" algn="l" defTabSz="815887" rtl="0" eaLnBrk="1" latinLnBrk="0" hangingPunct="1">
              <a:defRPr sz="1608" kern="1200">
                <a:solidFill>
                  <a:schemeClr val="tx1"/>
                </a:solidFill>
                <a:latin typeface="+mn-lt"/>
                <a:ea typeface="+mn-ea"/>
                <a:cs typeface="+mn-cs"/>
              </a:defRPr>
            </a:lvl8pPr>
            <a:lvl9pPr marL="3263549" algn="l" defTabSz="815887" rtl="0" eaLnBrk="1" latinLnBrk="0" hangingPunct="1">
              <a:defRPr sz="1608" kern="1200">
                <a:solidFill>
                  <a:schemeClr val="tx1"/>
                </a:solidFill>
                <a:latin typeface="+mn-lt"/>
                <a:ea typeface="+mn-ea"/>
                <a:cs typeface="+mn-cs"/>
              </a:defRPr>
            </a:lvl9pPr>
          </a:lstStyle>
          <a:p>
            <a:pPr algn="ctr"/>
            <a:r>
              <a:rPr lang="en-US" sz="4115">
                <a:latin typeface="Avenir Next LT Pro" panose="020B0504020202020204" pitchFamily="34" charset="77"/>
              </a:rPr>
              <a:t>Acknowledgements</a:t>
            </a:r>
          </a:p>
        </p:txBody>
      </p:sp>
      <p:sp>
        <p:nvSpPr>
          <p:cNvPr id="10" name="Rectangle 9">
            <a:extLst>
              <a:ext uri="{FF2B5EF4-FFF2-40B4-BE49-F238E27FC236}">
                <a16:creationId xmlns:a16="http://schemas.microsoft.com/office/drawing/2014/main" id="{149F4968-C4FD-D539-0239-258E0C63C514}"/>
              </a:ext>
            </a:extLst>
          </p:cNvPr>
          <p:cNvSpPr/>
          <p:nvPr/>
        </p:nvSpPr>
        <p:spPr>
          <a:xfrm>
            <a:off x="33131306" y="31465000"/>
            <a:ext cx="10058400" cy="762948"/>
          </a:xfrm>
          <a:prstGeom prst="rect">
            <a:avLst/>
          </a:prstGeom>
          <a:noFill/>
          <a:ln>
            <a:solidFill>
              <a:srgbClr val="08C6F1"/>
            </a:solidFill>
          </a:ln>
        </p:spPr>
        <p:style>
          <a:lnRef idx="2">
            <a:schemeClr val="accent1">
              <a:shade val="50000"/>
            </a:schemeClr>
          </a:lnRef>
          <a:fillRef idx="1">
            <a:schemeClr val="accent1"/>
          </a:fillRef>
          <a:effectRef idx="0">
            <a:schemeClr val="accent1"/>
          </a:effectRef>
          <a:fontRef idx="minor">
            <a:schemeClr val="lt1"/>
          </a:fontRef>
        </p:style>
        <p:txBody>
          <a:bodyPr lIns="235131" tIns="235131" rIns="235131" bIns="235131" rtlCol="0" anchor="ctr"/>
          <a:lstStyle>
            <a:defPPr>
              <a:defRPr lang="en-US"/>
            </a:defPPr>
            <a:lvl1pPr marL="0" algn="l" defTabSz="815887" rtl="0" eaLnBrk="1" latinLnBrk="0" hangingPunct="1">
              <a:defRPr sz="1608" kern="1200">
                <a:solidFill>
                  <a:schemeClr val="tx1"/>
                </a:solidFill>
                <a:latin typeface="+mn-lt"/>
                <a:ea typeface="+mn-ea"/>
                <a:cs typeface="+mn-cs"/>
              </a:defRPr>
            </a:lvl1pPr>
            <a:lvl2pPr marL="407944" algn="l" defTabSz="815887" rtl="0" eaLnBrk="1" latinLnBrk="0" hangingPunct="1">
              <a:defRPr sz="1608" kern="1200">
                <a:solidFill>
                  <a:schemeClr val="tx1"/>
                </a:solidFill>
                <a:latin typeface="+mn-lt"/>
                <a:ea typeface="+mn-ea"/>
                <a:cs typeface="+mn-cs"/>
              </a:defRPr>
            </a:lvl2pPr>
            <a:lvl3pPr marL="815887" algn="l" defTabSz="815887" rtl="0" eaLnBrk="1" latinLnBrk="0" hangingPunct="1">
              <a:defRPr sz="1608" kern="1200">
                <a:solidFill>
                  <a:schemeClr val="tx1"/>
                </a:solidFill>
                <a:latin typeface="+mn-lt"/>
                <a:ea typeface="+mn-ea"/>
                <a:cs typeface="+mn-cs"/>
              </a:defRPr>
            </a:lvl3pPr>
            <a:lvl4pPr marL="1223831" algn="l" defTabSz="815887" rtl="0" eaLnBrk="1" latinLnBrk="0" hangingPunct="1">
              <a:defRPr sz="1608" kern="1200">
                <a:solidFill>
                  <a:schemeClr val="tx1"/>
                </a:solidFill>
                <a:latin typeface="+mn-lt"/>
                <a:ea typeface="+mn-ea"/>
                <a:cs typeface="+mn-cs"/>
              </a:defRPr>
            </a:lvl4pPr>
            <a:lvl5pPr marL="1631774" algn="l" defTabSz="815887" rtl="0" eaLnBrk="1" latinLnBrk="0" hangingPunct="1">
              <a:defRPr sz="1608" kern="1200">
                <a:solidFill>
                  <a:schemeClr val="tx1"/>
                </a:solidFill>
                <a:latin typeface="+mn-lt"/>
                <a:ea typeface="+mn-ea"/>
                <a:cs typeface="+mn-cs"/>
              </a:defRPr>
            </a:lvl5pPr>
            <a:lvl6pPr marL="2039718" algn="l" defTabSz="815887" rtl="0" eaLnBrk="1" latinLnBrk="0" hangingPunct="1">
              <a:defRPr sz="1608" kern="1200">
                <a:solidFill>
                  <a:schemeClr val="tx1"/>
                </a:solidFill>
                <a:latin typeface="+mn-lt"/>
                <a:ea typeface="+mn-ea"/>
                <a:cs typeface="+mn-cs"/>
              </a:defRPr>
            </a:lvl6pPr>
            <a:lvl7pPr marL="2447661" algn="l" defTabSz="815887" rtl="0" eaLnBrk="1" latinLnBrk="0" hangingPunct="1">
              <a:defRPr sz="1608" kern="1200">
                <a:solidFill>
                  <a:schemeClr val="tx1"/>
                </a:solidFill>
                <a:latin typeface="+mn-lt"/>
                <a:ea typeface="+mn-ea"/>
                <a:cs typeface="+mn-cs"/>
              </a:defRPr>
            </a:lvl7pPr>
            <a:lvl8pPr marL="2855605" algn="l" defTabSz="815887" rtl="0" eaLnBrk="1" latinLnBrk="0" hangingPunct="1">
              <a:defRPr sz="1608" kern="1200">
                <a:solidFill>
                  <a:schemeClr val="tx1"/>
                </a:solidFill>
                <a:latin typeface="+mn-lt"/>
                <a:ea typeface="+mn-ea"/>
                <a:cs typeface="+mn-cs"/>
              </a:defRPr>
            </a:lvl8pPr>
            <a:lvl9pPr marL="3263549" algn="l" defTabSz="815887" rtl="0" eaLnBrk="1" latinLnBrk="0" hangingPunct="1">
              <a:defRPr sz="1608" kern="1200">
                <a:solidFill>
                  <a:schemeClr val="tx1"/>
                </a:solidFill>
                <a:latin typeface="+mn-lt"/>
                <a:ea typeface="+mn-ea"/>
                <a:cs typeface="+mn-cs"/>
              </a:defRPr>
            </a:lvl9pPr>
          </a:lstStyle>
          <a:p>
            <a:r>
              <a:rPr lang="en-US" sz="2800" b="1">
                <a:latin typeface="Avenir Next LT Pro Demi" panose="020B0504020202020204" pitchFamily="34" charset="77"/>
              </a:rPr>
              <a:t>Contact: </a:t>
            </a:r>
            <a:r>
              <a:rPr lang="en-US" sz="2800">
                <a:latin typeface="Avenir Next LT Pro" panose="020B0504020202020204" pitchFamily="34" charset="77"/>
              </a:rPr>
              <a:t>Alex Gardocki – rag325@cornell.edu</a:t>
            </a:r>
          </a:p>
        </p:txBody>
      </p:sp>
      <p:sp>
        <p:nvSpPr>
          <p:cNvPr id="5" name="Rectangle 4">
            <a:extLst>
              <a:ext uri="{FF2B5EF4-FFF2-40B4-BE49-F238E27FC236}">
                <a16:creationId xmlns:a16="http://schemas.microsoft.com/office/drawing/2014/main" id="{38060928-F808-0089-0028-F88CE5279D93}"/>
              </a:ext>
            </a:extLst>
          </p:cNvPr>
          <p:cNvSpPr/>
          <p:nvPr/>
        </p:nvSpPr>
        <p:spPr>
          <a:xfrm>
            <a:off x="22053156" y="24823244"/>
            <a:ext cx="10256644" cy="7404705"/>
          </a:xfrm>
          <a:prstGeom prst="rect">
            <a:avLst/>
          </a:prstGeom>
          <a:noFill/>
          <a:ln>
            <a:solidFill>
              <a:srgbClr val="08C6F1"/>
            </a:solidFill>
          </a:ln>
        </p:spPr>
        <p:style>
          <a:lnRef idx="2">
            <a:schemeClr val="accent1">
              <a:shade val="50000"/>
            </a:schemeClr>
          </a:lnRef>
          <a:fillRef idx="1">
            <a:schemeClr val="accent1"/>
          </a:fillRef>
          <a:effectRef idx="0">
            <a:schemeClr val="accent1"/>
          </a:effectRef>
          <a:fontRef idx="minor">
            <a:schemeClr val="lt1"/>
          </a:fontRef>
        </p:style>
        <p:txBody>
          <a:bodyPr lIns="235131" tIns="235131" rIns="235131" bIns="235131" rtlCol="0" anchor="t"/>
          <a:lstStyle>
            <a:defPPr>
              <a:defRPr lang="en-US"/>
            </a:defPPr>
            <a:lvl1pPr marL="0" algn="l" defTabSz="815887" rtl="0" eaLnBrk="1" latinLnBrk="0" hangingPunct="1">
              <a:defRPr sz="1608" kern="1200">
                <a:solidFill>
                  <a:schemeClr val="tx1"/>
                </a:solidFill>
                <a:latin typeface="+mn-lt"/>
                <a:ea typeface="+mn-ea"/>
                <a:cs typeface="+mn-cs"/>
              </a:defRPr>
            </a:lvl1pPr>
            <a:lvl2pPr marL="407944" algn="l" defTabSz="815887" rtl="0" eaLnBrk="1" latinLnBrk="0" hangingPunct="1">
              <a:defRPr sz="1608" kern="1200">
                <a:solidFill>
                  <a:schemeClr val="tx1"/>
                </a:solidFill>
                <a:latin typeface="+mn-lt"/>
                <a:ea typeface="+mn-ea"/>
                <a:cs typeface="+mn-cs"/>
              </a:defRPr>
            </a:lvl2pPr>
            <a:lvl3pPr marL="815887" algn="l" defTabSz="815887" rtl="0" eaLnBrk="1" latinLnBrk="0" hangingPunct="1">
              <a:defRPr sz="1608" kern="1200">
                <a:solidFill>
                  <a:schemeClr val="tx1"/>
                </a:solidFill>
                <a:latin typeface="+mn-lt"/>
                <a:ea typeface="+mn-ea"/>
                <a:cs typeface="+mn-cs"/>
              </a:defRPr>
            </a:lvl3pPr>
            <a:lvl4pPr marL="1223831" algn="l" defTabSz="815887" rtl="0" eaLnBrk="1" latinLnBrk="0" hangingPunct="1">
              <a:defRPr sz="1608" kern="1200">
                <a:solidFill>
                  <a:schemeClr val="tx1"/>
                </a:solidFill>
                <a:latin typeface="+mn-lt"/>
                <a:ea typeface="+mn-ea"/>
                <a:cs typeface="+mn-cs"/>
              </a:defRPr>
            </a:lvl4pPr>
            <a:lvl5pPr marL="1631774" algn="l" defTabSz="815887" rtl="0" eaLnBrk="1" latinLnBrk="0" hangingPunct="1">
              <a:defRPr sz="1608" kern="1200">
                <a:solidFill>
                  <a:schemeClr val="tx1"/>
                </a:solidFill>
                <a:latin typeface="+mn-lt"/>
                <a:ea typeface="+mn-ea"/>
                <a:cs typeface="+mn-cs"/>
              </a:defRPr>
            </a:lvl5pPr>
            <a:lvl6pPr marL="2039718" algn="l" defTabSz="815887" rtl="0" eaLnBrk="1" latinLnBrk="0" hangingPunct="1">
              <a:defRPr sz="1608" kern="1200">
                <a:solidFill>
                  <a:schemeClr val="tx1"/>
                </a:solidFill>
                <a:latin typeface="+mn-lt"/>
                <a:ea typeface="+mn-ea"/>
                <a:cs typeface="+mn-cs"/>
              </a:defRPr>
            </a:lvl6pPr>
            <a:lvl7pPr marL="2447661" algn="l" defTabSz="815887" rtl="0" eaLnBrk="1" latinLnBrk="0" hangingPunct="1">
              <a:defRPr sz="1608" kern="1200">
                <a:solidFill>
                  <a:schemeClr val="tx1"/>
                </a:solidFill>
                <a:latin typeface="+mn-lt"/>
                <a:ea typeface="+mn-ea"/>
                <a:cs typeface="+mn-cs"/>
              </a:defRPr>
            </a:lvl7pPr>
            <a:lvl8pPr marL="2855605" algn="l" defTabSz="815887" rtl="0" eaLnBrk="1" latinLnBrk="0" hangingPunct="1">
              <a:defRPr sz="1608" kern="1200">
                <a:solidFill>
                  <a:schemeClr val="tx1"/>
                </a:solidFill>
                <a:latin typeface="+mn-lt"/>
                <a:ea typeface="+mn-ea"/>
                <a:cs typeface="+mn-cs"/>
              </a:defRPr>
            </a:lvl8pPr>
            <a:lvl9pPr marL="3263549" algn="l" defTabSz="815887" rtl="0" eaLnBrk="1" latinLnBrk="0" hangingPunct="1">
              <a:defRPr sz="1608" kern="1200">
                <a:solidFill>
                  <a:schemeClr val="tx1"/>
                </a:solidFill>
                <a:latin typeface="+mn-lt"/>
                <a:ea typeface="+mn-ea"/>
                <a:cs typeface="+mn-cs"/>
              </a:defRPr>
            </a:lvl9pPr>
          </a:lstStyle>
          <a:p>
            <a:endParaRPr lang="en-US" sz="2800">
              <a:latin typeface="Avenir Next LT Pro" panose="020B0504020202020204" pitchFamily="34" charset="77"/>
            </a:endParaRPr>
          </a:p>
        </p:txBody>
      </p:sp>
      <p:sp>
        <p:nvSpPr>
          <p:cNvPr id="11" name="Rectangle 10">
            <a:extLst>
              <a:ext uri="{FF2B5EF4-FFF2-40B4-BE49-F238E27FC236}">
                <a16:creationId xmlns:a16="http://schemas.microsoft.com/office/drawing/2014/main" id="{F70D0C1F-C183-E793-B051-2A95473D3744}"/>
              </a:ext>
            </a:extLst>
          </p:cNvPr>
          <p:cNvSpPr/>
          <p:nvPr/>
        </p:nvSpPr>
        <p:spPr>
          <a:xfrm>
            <a:off x="22053158" y="24157865"/>
            <a:ext cx="10256644" cy="658776"/>
          </a:xfrm>
          <a:prstGeom prst="rect">
            <a:avLst/>
          </a:prstGeom>
          <a:solidFill>
            <a:srgbClr val="08C6F1">
              <a:alpha val="36863"/>
            </a:srgbClr>
          </a:solidFill>
          <a:ln>
            <a:solidFill>
              <a:srgbClr val="08C6F1"/>
            </a:solidFill>
          </a:ln>
        </p:spPr>
        <p:style>
          <a:lnRef idx="2">
            <a:schemeClr val="accent1">
              <a:shade val="50000"/>
            </a:schemeClr>
          </a:lnRef>
          <a:fillRef idx="1">
            <a:schemeClr val="accent1"/>
          </a:fillRef>
          <a:effectRef idx="0">
            <a:schemeClr val="accent1"/>
          </a:effectRef>
          <a:fontRef idx="minor">
            <a:schemeClr val="lt1"/>
          </a:fontRef>
        </p:style>
        <p:txBody>
          <a:bodyPr lIns="235131" tIns="235131" rIns="235131" bIns="235131" rtlCol="0" anchor="ctr"/>
          <a:lstStyle>
            <a:defPPr>
              <a:defRPr lang="en-US"/>
            </a:defPPr>
            <a:lvl1pPr marL="0" algn="l" defTabSz="815887" rtl="0" eaLnBrk="1" latinLnBrk="0" hangingPunct="1">
              <a:defRPr sz="1608" kern="1200">
                <a:solidFill>
                  <a:schemeClr val="tx1"/>
                </a:solidFill>
                <a:latin typeface="+mn-lt"/>
                <a:ea typeface="+mn-ea"/>
                <a:cs typeface="+mn-cs"/>
              </a:defRPr>
            </a:lvl1pPr>
            <a:lvl2pPr marL="407944" algn="l" defTabSz="815887" rtl="0" eaLnBrk="1" latinLnBrk="0" hangingPunct="1">
              <a:defRPr sz="1608" kern="1200">
                <a:solidFill>
                  <a:schemeClr val="tx1"/>
                </a:solidFill>
                <a:latin typeface="+mn-lt"/>
                <a:ea typeface="+mn-ea"/>
                <a:cs typeface="+mn-cs"/>
              </a:defRPr>
            </a:lvl2pPr>
            <a:lvl3pPr marL="815887" algn="l" defTabSz="815887" rtl="0" eaLnBrk="1" latinLnBrk="0" hangingPunct="1">
              <a:defRPr sz="1608" kern="1200">
                <a:solidFill>
                  <a:schemeClr val="tx1"/>
                </a:solidFill>
                <a:latin typeface="+mn-lt"/>
                <a:ea typeface="+mn-ea"/>
                <a:cs typeface="+mn-cs"/>
              </a:defRPr>
            </a:lvl3pPr>
            <a:lvl4pPr marL="1223831" algn="l" defTabSz="815887" rtl="0" eaLnBrk="1" latinLnBrk="0" hangingPunct="1">
              <a:defRPr sz="1608" kern="1200">
                <a:solidFill>
                  <a:schemeClr val="tx1"/>
                </a:solidFill>
                <a:latin typeface="+mn-lt"/>
                <a:ea typeface="+mn-ea"/>
                <a:cs typeface="+mn-cs"/>
              </a:defRPr>
            </a:lvl4pPr>
            <a:lvl5pPr marL="1631774" algn="l" defTabSz="815887" rtl="0" eaLnBrk="1" latinLnBrk="0" hangingPunct="1">
              <a:defRPr sz="1608" kern="1200">
                <a:solidFill>
                  <a:schemeClr val="tx1"/>
                </a:solidFill>
                <a:latin typeface="+mn-lt"/>
                <a:ea typeface="+mn-ea"/>
                <a:cs typeface="+mn-cs"/>
              </a:defRPr>
            </a:lvl5pPr>
            <a:lvl6pPr marL="2039718" algn="l" defTabSz="815887" rtl="0" eaLnBrk="1" latinLnBrk="0" hangingPunct="1">
              <a:defRPr sz="1608" kern="1200">
                <a:solidFill>
                  <a:schemeClr val="tx1"/>
                </a:solidFill>
                <a:latin typeface="+mn-lt"/>
                <a:ea typeface="+mn-ea"/>
                <a:cs typeface="+mn-cs"/>
              </a:defRPr>
            </a:lvl6pPr>
            <a:lvl7pPr marL="2447661" algn="l" defTabSz="815887" rtl="0" eaLnBrk="1" latinLnBrk="0" hangingPunct="1">
              <a:defRPr sz="1608" kern="1200">
                <a:solidFill>
                  <a:schemeClr val="tx1"/>
                </a:solidFill>
                <a:latin typeface="+mn-lt"/>
                <a:ea typeface="+mn-ea"/>
                <a:cs typeface="+mn-cs"/>
              </a:defRPr>
            </a:lvl7pPr>
            <a:lvl8pPr marL="2855605" algn="l" defTabSz="815887" rtl="0" eaLnBrk="1" latinLnBrk="0" hangingPunct="1">
              <a:defRPr sz="1608" kern="1200">
                <a:solidFill>
                  <a:schemeClr val="tx1"/>
                </a:solidFill>
                <a:latin typeface="+mn-lt"/>
                <a:ea typeface="+mn-ea"/>
                <a:cs typeface="+mn-cs"/>
              </a:defRPr>
            </a:lvl8pPr>
            <a:lvl9pPr marL="3263549" algn="l" defTabSz="815887" rtl="0" eaLnBrk="1" latinLnBrk="0" hangingPunct="1">
              <a:defRPr sz="1608" kern="1200">
                <a:solidFill>
                  <a:schemeClr val="tx1"/>
                </a:solidFill>
                <a:latin typeface="+mn-lt"/>
                <a:ea typeface="+mn-ea"/>
                <a:cs typeface="+mn-cs"/>
              </a:defRPr>
            </a:lvl9pPr>
          </a:lstStyle>
          <a:p>
            <a:pPr algn="ctr"/>
            <a:r>
              <a:rPr lang="en-US" sz="4115" dirty="0">
                <a:latin typeface="Avenir Next LT Pro" panose="020B0504020202020204" pitchFamily="34" charset="77"/>
              </a:rPr>
              <a:t>Results</a:t>
            </a:r>
          </a:p>
        </p:txBody>
      </p:sp>
      <p:sp>
        <p:nvSpPr>
          <p:cNvPr id="13" name="Rectangle 12">
            <a:extLst>
              <a:ext uri="{FF2B5EF4-FFF2-40B4-BE49-F238E27FC236}">
                <a16:creationId xmlns:a16="http://schemas.microsoft.com/office/drawing/2014/main" id="{5B6AD908-09B4-F076-7289-6177FBE6E2D0}"/>
              </a:ext>
            </a:extLst>
          </p:cNvPr>
          <p:cNvSpPr/>
          <p:nvPr/>
        </p:nvSpPr>
        <p:spPr>
          <a:xfrm>
            <a:off x="33146070" y="22314456"/>
            <a:ext cx="10058400" cy="5609924"/>
          </a:xfrm>
          <a:prstGeom prst="rect">
            <a:avLst/>
          </a:prstGeom>
          <a:noFill/>
          <a:ln>
            <a:solidFill>
              <a:srgbClr val="08C6F1"/>
            </a:solidFill>
          </a:ln>
        </p:spPr>
        <p:style>
          <a:lnRef idx="2">
            <a:schemeClr val="accent1">
              <a:shade val="50000"/>
            </a:schemeClr>
          </a:lnRef>
          <a:fillRef idx="1">
            <a:schemeClr val="accent1"/>
          </a:fillRef>
          <a:effectRef idx="0">
            <a:schemeClr val="accent1"/>
          </a:effectRef>
          <a:fontRef idx="minor">
            <a:schemeClr val="lt1"/>
          </a:fontRef>
        </p:style>
        <p:txBody>
          <a:bodyPr lIns="235131" tIns="235131" rIns="235131" bIns="235131" rtlCol="0" anchor="t"/>
          <a:lstStyle>
            <a:defPPr>
              <a:defRPr lang="en-US"/>
            </a:defPPr>
            <a:lvl1pPr marL="0" algn="l" defTabSz="815887" rtl="0" eaLnBrk="1" latinLnBrk="0" hangingPunct="1">
              <a:defRPr sz="1608" kern="1200">
                <a:solidFill>
                  <a:schemeClr val="tx1"/>
                </a:solidFill>
                <a:latin typeface="+mn-lt"/>
                <a:ea typeface="+mn-ea"/>
                <a:cs typeface="+mn-cs"/>
              </a:defRPr>
            </a:lvl1pPr>
            <a:lvl2pPr marL="407944" algn="l" defTabSz="815887" rtl="0" eaLnBrk="1" latinLnBrk="0" hangingPunct="1">
              <a:defRPr sz="1608" kern="1200">
                <a:solidFill>
                  <a:schemeClr val="tx1"/>
                </a:solidFill>
                <a:latin typeface="+mn-lt"/>
                <a:ea typeface="+mn-ea"/>
                <a:cs typeface="+mn-cs"/>
              </a:defRPr>
            </a:lvl2pPr>
            <a:lvl3pPr marL="815887" algn="l" defTabSz="815887" rtl="0" eaLnBrk="1" latinLnBrk="0" hangingPunct="1">
              <a:defRPr sz="1608" kern="1200">
                <a:solidFill>
                  <a:schemeClr val="tx1"/>
                </a:solidFill>
                <a:latin typeface="+mn-lt"/>
                <a:ea typeface="+mn-ea"/>
                <a:cs typeface="+mn-cs"/>
              </a:defRPr>
            </a:lvl3pPr>
            <a:lvl4pPr marL="1223831" algn="l" defTabSz="815887" rtl="0" eaLnBrk="1" latinLnBrk="0" hangingPunct="1">
              <a:defRPr sz="1608" kern="1200">
                <a:solidFill>
                  <a:schemeClr val="tx1"/>
                </a:solidFill>
                <a:latin typeface="+mn-lt"/>
                <a:ea typeface="+mn-ea"/>
                <a:cs typeface="+mn-cs"/>
              </a:defRPr>
            </a:lvl4pPr>
            <a:lvl5pPr marL="1631774" algn="l" defTabSz="815887" rtl="0" eaLnBrk="1" latinLnBrk="0" hangingPunct="1">
              <a:defRPr sz="1608" kern="1200">
                <a:solidFill>
                  <a:schemeClr val="tx1"/>
                </a:solidFill>
                <a:latin typeface="+mn-lt"/>
                <a:ea typeface="+mn-ea"/>
                <a:cs typeface="+mn-cs"/>
              </a:defRPr>
            </a:lvl5pPr>
            <a:lvl6pPr marL="2039718" algn="l" defTabSz="815887" rtl="0" eaLnBrk="1" latinLnBrk="0" hangingPunct="1">
              <a:defRPr sz="1608" kern="1200">
                <a:solidFill>
                  <a:schemeClr val="tx1"/>
                </a:solidFill>
                <a:latin typeface="+mn-lt"/>
                <a:ea typeface="+mn-ea"/>
                <a:cs typeface="+mn-cs"/>
              </a:defRPr>
            </a:lvl6pPr>
            <a:lvl7pPr marL="2447661" algn="l" defTabSz="815887" rtl="0" eaLnBrk="1" latinLnBrk="0" hangingPunct="1">
              <a:defRPr sz="1608" kern="1200">
                <a:solidFill>
                  <a:schemeClr val="tx1"/>
                </a:solidFill>
                <a:latin typeface="+mn-lt"/>
                <a:ea typeface="+mn-ea"/>
                <a:cs typeface="+mn-cs"/>
              </a:defRPr>
            </a:lvl7pPr>
            <a:lvl8pPr marL="2855605" algn="l" defTabSz="815887" rtl="0" eaLnBrk="1" latinLnBrk="0" hangingPunct="1">
              <a:defRPr sz="1608" kern="1200">
                <a:solidFill>
                  <a:schemeClr val="tx1"/>
                </a:solidFill>
                <a:latin typeface="+mn-lt"/>
                <a:ea typeface="+mn-ea"/>
                <a:cs typeface="+mn-cs"/>
              </a:defRPr>
            </a:lvl8pPr>
            <a:lvl9pPr marL="3263549" algn="l" defTabSz="815887" rtl="0" eaLnBrk="1" latinLnBrk="0" hangingPunct="1">
              <a:defRPr sz="1608" kern="1200">
                <a:solidFill>
                  <a:schemeClr val="tx1"/>
                </a:solidFill>
                <a:latin typeface="+mn-lt"/>
                <a:ea typeface="+mn-ea"/>
                <a:cs typeface="+mn-cs"/>
              </a:defRPr>
            </a:lvl9pPr>
          </a:lstStyle>
          <a:p>
            <a:pPr>
              <a:spcBef>
                <a:spcPts val="1930"/>
              </a:spcBef>
            </a:pPr>
            <a:r>
              <a:rPr lang="en-US" sz="2000" dirty="0">
                <a:latin typeface="Avenir Next LT Pro" panose="020B0504020202020204" pitchFamily="34" charset="77"/>
              </a:rPr>
              <a:t>[1] </a:t>
            </a:r>
            <a:r>
              <a:rPr lang="en-US" sz="2000" b="0" i="0" u="none" strike="noStrike" dirty="0">
                <a:solidFill>
                  <a:srgbClr val="000000"/>
                </a:solidFill>
                <a:effectLst/>
                <a:latin typeface="Avenir Next LT Pro" panose="020B0504020202020204" pitchFamily="34" charset="77"/>
              </a:rPr>
              <a:t>Hurst, M., Weber-Shirk, M., Charles, P., &amp; Lion, L. W. (2014). Apparatus for observation and analysis of Floc Blanket Formation and performance. </a:t>
            </a:r>
            <a:r>
              <a:rPr lang="en-US" sz="2000" b="0" i="1" u="none" strike="noStrike" dirty="0">
                <a:solidFill>
                  <a:srgbClr val="000000"/>
                </a:solidFill>
                <a:effectLst/>
                <a:latin typeface="Avenir Next LT Pro" panose="020B0504020202020204" pitchFamily="34" charset="77"/>
              </a:rPr>
              <a:t>Journal of Environmental Engineering</a:t>
            </a:r>
            <a:r>
              <a:rPr lang="en-US" sz="2000" b="0" i="0" u="none" strike="noStrike" dirty="0">
                <a:solidFill>
                  <a:srgbClr val="000000"/>
                </a:solidFill>
                <a:effectLst/>
                <a:latin typeface="Avenir Next LT Pro" panose="020B0504020202020204" pitchFamily="34" charset="77"/>
              </a:rPr>
              <a:t>, </a:t>
            </a:r>
            <a:r>
              <a:rPr lang="en-US" sz="2000" b="0" i="1" u="none" strike="noStrike" dirty="0">
                <a:solidFill>
                  <a:srgbClr val="000000"/>
                </a:solidFill>
                <a:effectLst/>
                <a:latin typeface="Avenir Next LT Pro" panose="020B0504020202020204" pitchFamily="34" charset="77"/>
              </a:rPr>
              <a:t>140</a:t>
            </a:r>
            <a:r>
              <a:rPr lang="en-US" sz="2000" b="0" i="0" u="none" strike="noStrike" dirty="0">
                <a:solidFill>
                  <a:srgbClr val="000000"/>
                </a:solidFill>
                <a:effectLst/>
                <a:latin typeface="Avenir Next LT Pro" panose="020B0504020202020204" pitchFamily="34" charset="77"/>
              </a:rPr>
              <a:t>(1), 11–20. </a:t>
            </a:r>
            <a:r>
              <a:rPr lang="en-US" sz="2000" b="0" i="0" u="none" strike="noStrike" dirty="0">
                <a:solidFill>
                  <a:srgbClr val="000000"/>
                </a:solidFill>
                <a:effectLst/>
                <a:latin typeface="Avenir Next LT Pro" panose="020B0504020202020204" pitchFamily="34" charset="77"/>
                <a:hlinkClick r:id="rId8"/>
              </a:rPr>
              <a:t>https://</a:t>
            </a:r>
            <a:r>
              <a:rPr lang="en-US" sz="2000" b="0" i="0" u="none" strike="noStrike" dirty="0" err="1">
                <a:solidFill>
                  <a:srgbClr val="000000"/>
                </a:solidFill>
                <a:effectLst/>
                <a:latin typeface="Avenir Next LT Pro" panose="020B0504020202020204" pitchFamily="34" charset="77"/>
                <a:hlinkClick r:id="rId8"/>
              </a:rPr>
              <a:t>doi.org</a:t>
            </a:r>
            <a:r>
              <a:rPr lang="en-US" sz="2000" b="0" i="0" u="none" strike="noStrike" dirty="0">
                <a:solidFill>
                  <a:srgbClr val="000000"/>
                </a:solidFill>
                <a:effectLst/>
                <a:latin typeface="Avenir Next LT Pro" panose="020B0504020202020204" pitchFamily="34" charset="77"/>
                <a:hlinkClick r:id="rId8"/>
              </a:rPr>
              <a:t>/10.1061/(</a:t>
            </a:r>
            <a:r>
              <a:rPr lang="en-US" sz="2000" b="0" i="0" u="none" strike="noStrike" dirty="0" err="1">
                <a:solidFill>
                  <a:srgbClr val="000000"/>
                </a:solidFill>
                <a:effectLst/>
                <a:latin typeface="Avenir Next LT Pro" panose="020B0504020202020204" pitchFamily="34" charset="77"/>
                <a:hlinkClick r:id="rId8"/>
              </a:rPr>
              <a:t>asce</a:t>
            </a:r>
            <a:r>
              <a:rPr lang="en-US" sz="2000" b="0" i="0" u="none" strike="noStrike" dirty="0">
                <a:solidFill>
                  <a:srgbClr val="000000"/>
                </a:solidFill>
                <a:effectLst/>
                <a:latin typeface="Avenir Next LT Pro" panose="020B0504020202020204" pitchFamily="34" charset="77"/>
                <a:hlinkClick r:id="rId8"/>
              </a:rPr>
              <a:t>)ee.1943-7870.0000773 </a:t>
            </a:r>
            <a:endParaRPr lang="en-US" sz="2000" dirty="0">
              <a:latin typeface="Avenir Next LT Pro" panose="020B0504020202020204" pitchFamily="34" charset="77"/>
            </a:endParaRPr>
          </a:p>
          <a:p>
            <a:pPr>
              <a:spcBef>
                <a:spcPts val="1930"/>
              </a:spcBef>
            </a:pPr>
            <a:r>
              <a:rPr lang="en-US" sz="2000" dirty="0">
                <a:latin typeface="Avenir Next LT Pro" panose="020B0504020202020204" pitchFamily="34" charset="77"/>
              </a:rPr>
              <a:t>[2] Pennock, W. H., Weber-Shirk, M. L., &amp; Lion, L. W. (2018). A hydrodynamic and surface coverage model capable of predicting settled effluent turbidity subsequent to hydraulic flocculation. Environmental Engineering Science, 35(12), 1273–1285. </a:t>
            </a:r>
            <a:r>
              <a:rPr lang="en-US" sz="2000" dirty="0">
                <a:latin typeface="Avenir Next LT Pro" panose="020B0504020202020204" pitchFamily="34" charset="77"/>
                <a:hlinkClick r:id="rId9"/>
              </a:rPr>
              <a:t>https://doi.org/10.1089/ees.2017.0332</a:t>
            </a:r>
            <a:endParaRPr lang="en-US" dirty="0">
              <a:latin typeface="Avenir Next LT Pro" panose="020B0504020202020204" pitchFamily="34" charset="77"/>
            </a:endParaRPr>
          </a:p>
          <a:p>
            <a:pPr>
              <a:spcBef>
                <a:spcPts val="1930"/>
              </a:spcBef>
            </a:pPr>
            <a:r>
              <a:rPr lang="en-US" sz="2000" b="0" i="0" u="none" strike="noStrike" dirty="0">
                <a:solidFill>
                  <a:srgbClr val="000000"/>
                </a:solidFill>
                <a:effectLst/>
                <a:latin typeface="Avenir Next LT Pro" panose="020B0504020202020204" pitchFamily="34" charset="77"/>
              </a:rPr>
              <a:t>[3] Pennock, W. H., Lion, L. W., &amp; Weber-Shirk, M. L. (2023). Simple model for coupled hydraulic flocculation-sedimentation performance. </a:t>
            </a:r>
            <a:r>
              <a:rPr lang="en-US" sz="2000" b="0" i="1" u="none" strike="noStrike" dirty="0">
                <a:solidFill>
                  <a:srgbClr val="000000"/>
                </a:solidFill>
                <a:effectLst/>
                <a:latin typeface="Avenir Next LT Pro" panose="020B0504020202020204" pitchFamily="34" charset="77"/>
              </a:rPr>
              <a:t>Journal of Environmental Engineering</a:t>
            </a:r>
            <a:r>
              <a:rPr lang="en-US" sz="2000" b="0" i="0" u="none" strike="noStrike" dirty="0">
                <a:solidFill>
                  <a:srgbClr val="000000"/>
                </a:solidFill>
                <a:effectLst/>
                <a:latin typeface="Avenir Next LT Pro" panose="020B0504020202020204" pitchFamily="34" charset="77"/>
              </a:rPr>
              <a:t>, </a:t>
            </a:r>
            <a:r>
              <a:rPr lang="en-US" sz="2000" b="0" i="1" u="none" strike="noStrike" dirty="0">
                <a:solidFill>
                  <a:srgbClr val="000000"/>
                </a:solidFill>
                <a:effectLst/>
                <a:latin typeface="Avenir Next LT Pro" panose="020B0504020202020204" pitchFamily="34" charset="77"/>
              </a:rPr>
              <a:t>149</a:t>
            </a:r>
            <a:r>
              <a:rPr lang="en-US" sz="2000" b="0" i="0" u="none" strike="noStrike" dirty="0">
                <a:solidFill>
                  <a:srgbClr val="000000"/>
                </a:solidFill>
                <a:effectLst/>
                <a:latin typeface="Avenir Next LT Pro" panose="020B0504020202020204" pitchFamily="34" charset="77"/>
              </a:rPr>
              <a:t>(12). </a:t>
            </a:r>
            <a:r>
              <a:rPr lang="en-US" sz="2000" b="0" i="0" u="none" strike="noStrike" dirty="0">
                <a:solidFill>
                  <a:srgbClr val="000000"/>
                </a:solidFill>
                <a:effectLst/>
                <a:latin typeface="Avenir Next LT Pro" panose="020B0504020202020204" pitchFamily="34" charset="77"/>
                <a:hlinkClick r:id="rId10"/>
              </a:rPr>
              <a:t>https://doi.org/10.1061/joeedu.eeeng-7384 </a:t>
            </a:r>
            <a:endParaRPr lang="en-US" sz="2000" b="0" i="0" u="none" strike="noStrike" dirty="0">
              <a:solidFill>
                <a:srgbClr val="000000"/>
              </a:solidFill>
              <a:effectLst/>
              <a:latin typeface="Avenir Next LT Pro" panose="020B0504020202020204" pitchFamily="34" charset="77"/>
            </a:endParaRPr>
          </a:p>
          <a:p>
            <a:pPr>
              <a:spcBef>
                <a:spcPts val="1930"/>
              </a:spcBef>
            </a:pPr>
            <a:r>
              <a:rPr lang="en-US" sz="2000" b="0" i="0" u="none" strike="noStrike" dirty="0">
                <a:solidFill>
                  <a:srgbClr val="000000"/>
                </a:solidFill>
                <a:effectLst/>
                <a:latin typeface="Avenir Next LT Pro" panose="020B0504020202020204" pitchFamily="34" charset="77"/>
              </a:rPr>
              <a:t>[4] </a:t>
            </a:r>
            <a:r>
              <a:rPr lang="en-US" sz="2000" b="0" i="0" u="none" strike="noStrike" dirty="0" err="1">
                <a:solidFill>
                  <a:srgbClr val="000000"/>
                </a:solidFill>
                <a:effectLst/>
                <a:latin typeface="Avenir Next LT Pro" panose="020B0504020202020204" pitchFamily="34" charset="77"/>
              </a:rPr>
              <a:t>Swetland</a:t>
            </a:r>
            <a:r>
              <a:rPr lang="en-US" sz="2000" b="0" i="0" u="none" strike="noStrike" dirty="0">
                <a:solidFill>
                  <a:srgbClr val="000000"/>
                </a:solidFill>
                <a:effectLst/>
                <a:latin typeface="Avenir Next LT Pro" panose="020B0504020202020204" pitchFamily="34" charset="77"/>
              </a:rPr>
              <a:t>, K. A., Weber-Shirk, M. L., &amp; Lion, L. W. (2014). Flocculation-sedimentation performance model for laminar-flow hydraulic flocculation with </a:t>
            </a:r>
            <a:r>
              <a:rPr lang="en-US" sz="2000" b="0" i="0" u="none" strike="noStrike" dirty="0" err="1">
                <a:solidFill>
                  <a:srgbClr val="000000"/>
                </a:solidFill>
                <a:effectLst/>
                <a:latin typeface="Avenir Next LT Pro" panose="020B0504020202020204" pitchFamily="34" charset="77"/>
              </a:rPr>
              <a:t>polyaluminum</a:t>
            </a:r>
            <a:r>
              <a:rPr lang="en-US" sz="2000" b="0" i="0" u="none" strike="noStrike" dirty="0">
                <a:solidFill>
                  <a:srgbClr val="000000"/>
                </a:solidFill>
                <a:effectLst/>
                <a:latin typeface="Avenir Next LT Pro" panose="020B0504020202020204" pitchFamily="34" charset="77"/>
              </a:rPr>
              <a:t> chloride and aluminum sulfate coagulants. </a:t>
            </a:r>
            <a:r>
              <a:rPr lang="en-US" sz="2000" b="0" i="1" u="none" strike="noStrike" dirty="0">
                <a:solidFill>
                  <a:srgbClr val="000000"/>
                </a:solidFill>
                <a:effectLst/>
                <a:latin typeface="Avenir Next LT Pro" panose="020B0504020202020204" pitchFamily="34" charset="77"/>
              </a:rPr>
              <a:t>Journal of Environmental Engineering</a:t>
            </a:r>
            <a:r>
              <a:rPr lang="en-US" sz="2000" b="0" i="0" u="none" strike="noStrike" dirty="0">
                <a:solidFill>
                  <a:srgbClr val="000000"/>
                </a:solidFill>
                <a:effectLst/>
                <a:latin typeface="Avenir Next LT Pro" panose="020B0504020202020204" pitchFamily="34" charset="77"/>
              </a:rPr>
              <a:t>, </a:t>
            </a:r>
            <a:r>
              <a:rPr lang="en-US" sz="2000" b="0" i="1" u="none" strike="noStrike" dirty="0">
                <a:solidFill>
                  <a:srgbClr val="000000"/>
                </a:solidFill>
                <a:effectLst/>
                <a:latin typeface="Avenir Next LT Pro" panose="020B0504020202020204" pitchFamily="34" charset="77"/>
              </a:rPr>
              <a:t>140</a:t>
            </a:r>
            <a:r>
              <a:rPr lang="en-US" sz="2000" b="0" i="0" u="none" strike="noStrike" dirty="0">
                <a:solidFill>
                  <a:srgbClr val="000000"/>
                </a:solidFill>
                <a:effectLst/>
                <a:latin typeface="Avenir Next LT Pro" panose="020B0504020202020204" pitchFamily="34" charset="77"/>
              </a:rPr>
              <a:t>(3). </a:t>
            </a:r>
            <a:r>
              <a:rPr lang="en-US" sz="2000" b="0" i="0" u="none" strike="noStrike" dirty="0">
                <a:solidFill>
                  <a:srgbClr val="000000"/>
                </a:solidFill>
                <a:effectLst/>
                <a:latin typeface="Avenir Next LT Pro" panose="020B0504020202020204" pitchFamily="34" charset="77"/>
                <a:hlinkClick r:id="rId11"/>
              </a:rPr>
              <a:t>https://</a:t>
            </a:r>
            <a:r>
              <a:rPr lang="en-US" sz="2000" b="0" i="0" u="none" strike="noStrike" dirty="0" err="1">
                <a:solidFill>
                  <a:srgbClr val="000000"/>
                </a:solidFill>
                <a:effectLst/>
                <a:latin typeface="Avenir Next LT Pro" panose="020B0504020202020204" pitchFamily="34" charset="77"/>
                <a:hlinkClick r:id="rId11"/>
              </a:rPr>
              <a:t>doi.org</a:t>
            </a:r>
            <a:r>
              <a:rPr lang="en-US" sz="2000" b="0" i="0" u="none" strike="noStrike" dirty="0">
                <a:solidFill>
                  <a:srgbClr val="000000"/>
                </a:solidFill>
                <a:effectLst/>
                <a:latin typeface="Avenir Next LT Pro" panose="020B0504020202020204" pitchFamily="34" charset="77"/>
                <a:hlinkClick r:id="rId11"/>
              </a:rPr>
              <a:t>/10.1061/(</a:t>
            </a:r>
            <a:r>
              <a:rPr lang="en-US" sz="2000" b="0" i="0" u="none" strike="noStrike" dirty="0" err="1">
                <a:solidFill>
                  <a:srgbClr val="000000"/>
                </a:solidFill>
                <a:effectLst/>
                <a:latin typeface="Avenir Next LT Pro" panose="020B0504020202020204" pitchFamily="34" charset="77"/>
                <a:hlinkClick r:id="rId11"/>
              </a:rPr>
              <a:t>asce</a:t>
            </a:r>
            <a:r>
              <a:rPr lang="en-US" sz="2000" b="0" i="0" u="none" strike="noStrike" dirty="0">
                <a:solidFill>
                  <a:srgbClr val="000000"/>
                </a:solidFill>
                <a:effectLst/>
                <a:latin typeface="Avenir Next LT Pro" panose="020B0504020202020204" pitchFamily="34" charset="77"/>
                <a:hlinkClick r:id="rId11"/>
              </a:rPr>
              <a:t>)ee.1943-7870.0000814 </a:t>
            </a:r>
            <a:endParaRPr lang="en-US" sz="2000" b="0" i="0" u="none" strike="noStrike" dirty="0">
              <a:solidFill>
                <a:srgbClr val="000000"/>
              </a:solidFill>
              <a:effectLst/>
              <a:latin typeface="Avenir Next LT Pro" panose="020B0504020202020204" pitchFamily="34" charset="77"/>
            </a:endParaRPr>
          </a:p>
        </p:txBody>
      </p:sp>
      <p:grpSp>
        <p:nvGrpSpPr>
          <p:cNvPr id="14" name="Group 13">
            <a:extLst>
              <a:ext uri="{FF2B5EF4-FFF2-40B4-BE49-F238E27FC236}">
                <a16:creationId xmlns:a16="http://schemas.microsoft.com/office/drawing/2014/main" id="{4CC254CB-D860-41B6-2A85-AED33CE5C596}"/>
              </a:ext>
            </a:extLst>
          </p:cNvPr>
          <p:cNvGrpSpPr/>
          <p:nvPr/>
        </p:nvGrpSpPr>
        <p:grpSpPr>
          <a:xfrm>
            <a:off x="11400521" y="4347379"/>
            <a:ext cx="10058400" cy="27880569"/>
            <a:chOff x="22295969" y="13053552"/>
            <a:chExt cx="10058400" cy="27880569"/>
          </a:xfrm>
        </p:grpSpPr>
        <p:sp>
          <p:nvSpPr>
            <p:cNvPr id="58" name="Rectangle 57">
              <a:extLst>
                <a:ext uri="{FF2B5EF4-FFF2-40B4-BE49-F238E27FC236}">
                  <a16:creationId xmlns:a16="http://schemas.microsoft.com/office/drawing/2014/main" id="{02A91E1D-CDF5-7259-C9F0-009E43ECA903}"/>
                </a:ext>
              </a:extLst>
            </p:cNvPr>
            <p:cNvSpPr/>
            <p:nvPr/>
          </p:nvSpPr>
          <p:spPr>
            <a:xfrm>
              <a:off x="22309381" y="13804306"/>
              <a:ext cx="10044988" cy="27129815"/>
            </a:xfrm>
            <a:prstGeom prst="rect">
              <a:avLst/>
            </a:prstGeom>
            <a:noFill/>
            <a:ln>
              <a:solidFill>
                <a:srgbClr val="08C6F1"/>
              </a:solidFill>
            </a:ln>
          </p:spPr>
          <p:style>
            <a:lnRef idx="2">
              <a:schemeClr val="accent1">
                <a:shade val="50000"/>
              </a:schemeClr>
            </a:lnRef>
            <a:fillRef idx="1">
              <a:schemeClr val="accent1"/>
            </a:fillRef>
            <a:effectRef idx="0">
              <a:schemeClr val="accent1"/>
            </a:effectRef>
            <a:fontRef idx="minor">
              <a:schemeClr val="lt1"/>
            </a:fontRef>
          </p:style>
          <p:txBody>
            <a:bodyPr lIns="235131" tIns="235131" rIns="235131" bIns="235131" rtlCol="0" anchor="t"/>
            <a:lstStyle>
              <a:defPPr>
                <a:defRPr lang="en-US"/>
              </a:defPPr>
              <a:lvl1pPr marL="0" algn="l" defTabSz="815887" rtl="0" eaLnBrk="1" latinLnBrk="0" hangingPunct="1">
                <a:defRPr sz="1608" kern="1200">
                  <a:solidFill>
                    <a:schemeClr val="tx1"/>
                  </a:solidFill>
                  <a:latin typeface="+mn-lt"/>
                  <a:ea typeface="+mn-ea"/>
                  <a:cs typeface="+mn-cs"/>
                </a:defRPr>
              </a:lvl1pPr>
              <a:lvl2pPr marL="407944" algn="l" defTabSz="815887" rtl="0" eaLnBrk="1" latinLnBrk="0" hangingPunct="1">
                <a:defRPr sz="1608" kern="1200">
                  <a:solidFill>
                    <a:schemeClr val="tx1"/>
                  </a:solidFill>
                  <a:latin typeface="+mn-lt"/>
                  <a:ea typeface="+mn-ea"/>
                  <a:cs typeface="+mn-cs"/>
                </a:defRPr>
              </a:lvl2pPr>
              <a:lvl3pPr marL="815887" algn="l" defTabSz="815887" rtl="0" eaLnBrk="1" latinLnBrk="0" hangingPunct="1">
                <a:defRPr sz="1608" kern="1200">
                  <a:solidFill>
                    <a:schemeClr val="tx1"/>
                  </a:solidFill>
                  <a:latin typeface="+mn-lt"/>
                  <a:ea typeface="+mn-ea"/>
                  <a:cs typeface="+mn-cs"/>
                </a:defRPr>
              </a:lvl3pPr>
              <a:lvl4pPr marL="1223831" algn="l" defTabSz="815887" rtl="0" eaLnBrk="1" latinLnBrk="0" hangingPunct="1">
                <a:defRPr sz="1608" kern="1200">
                  <a:solidFill>
                    <a:schemeClr val="tx1"/>
                  </a:solidFill>
                  <a:latin typeface="+mn-lt"/>
                  <a:ea typeface="+mn-ea"/>
                  <a:cs typeface="+mn-cs"/>
                </a:defRPr>
              </a:lvl4pPr>
              <a:lvl5pPr marL="1631774" algn="l" defTabSz="815887" rtl="0" eaLnBrk="1" latinLnBrk="0" hangingPunct="1">
                <a:defRPr sz="1608" kern="1200">
                  <a:solidFill>
                    <a:schemeClr val="tx1"/>
                  </a:solidFill>
                  <a:latin typeface="+mn-lt"/>
                  <a:ea typeface="+mn-ea"/>
                  <a:cs typeface="+mn-cs"/>
                </a:defRPr>
              </a:lvl5pPr>
              <a:lvl6pPr marL="2039718" algn="l" defTabSz="815887" rtl="0" eaLnBrk="1" latinLnBrk="0" hangingPunct="1">
                <a:defRPr sz="1608" kern="1200">
                  <a:solidFill>
                    <a:schemeClr val="tx1"/>
                  </a:solidFill>
                  <a:latin typeface="+mn-lt"/>
                  <a:ea typeface="+mn-ea"/>
                  <a:cs typeface="+mn-cs"/>
                </a:defRPr>
              </a:lvl6pPr>
              <a:lvl7pPr marL="2447661" algn="l" defTabSz="815887" rtl="0" eaLnBrk="1" latinLnBrk="0" hangingPunct="1">
                <a:defRPr sz="1608" kern="1200">
                  <a:solidFill>
                    <a:schemeClr val="tx1"/>
                  </a:solidFill>
                  <a:latin typeface="+mn-lt"/>
                  <a:ea typeface="+mn-ea"/>
                  <a:cs typeface="+mn-cs"/>
                </a:defRPr>
              </a:lvl7pPr>
              <a:lvl8pPr marL="2855605" algn="l" defTabSz="815887" rtl="0" eaLnBrk="1" latinLnBrk="0" hangingPunct="1">
                <a:defRPr sz="1608" kern="1200">
                  <a:solidFill>
                    <a:schemeClr val="tx1"/>
                  </a:solidFill>
                  <a:latin typeface="+mn-lt"/>
                  <a:ea typeface="+mn-ea"/>
                  <a:cs typeface="+mn-cs"/>
                </a:defRPr>
              </a:lvl8pPr>
              <a:lvl9pPr marL="3263549" algn="l" defTabSz="815887" rtl="0" eaLnBrk="1" latinLnBrk="0" hangingPunct="1">
                <a:defRPr sz="1608" kern="1200">
                  <a:solidFill>
                    <a:schemeClr val="tx1"/>
                  </a:solidFill>
                  <a:latin typeface="+mn-lt"/>
                  <a:ea typeface="+mn-ea"/>
                  <a:cs typeface="+mn-cs"/>
                </a:defRPr>
              </a:lvl9pPr>
            </a:lstStyle>
            <a:p>
              <a:r>
                <a:rPr lang="en-US" sz="2800" b="1" dirty="0">
                  <a:latin typeface="Avenir Next LT Pro"/>
                </a:rPr>
                <a:t>Coupled Flocculation-Sedimentation Model</a:t>
              </a:r>
              <a:r>
                <a:rPr lang="en-US" sz="2800" b="1" baseline="30000" dirty="0">
                  <a:latin typeface="Avenir Next LT Pro"/>
                </a:rPr>
                <a:t>[3]</a:t>
              </a:r>
              <a:endParaRPr lang="en-US" sz="2800" b="1" dirty="0">
                <a:latin typeface="Avenir Next LT Pro"/>
              </a:endParaRPr>
            </a:p>
            <a:p>
              <a:r>
                <a:rPr lang="en-US" sz="2800" dirty="0">
                  <a:latin typeface="Avenir Next LT Pro"/>
                  <a:ea typeface="+mn-lt"/>
                  <a:cs typeface="+mn-lt"/>
                </a:rPr>
                <a:t>A simple model for clarification can be obtained by fitting the clarification constant </a:t>
              </a:r>
              <a:r>
                <a:rPr lang="en-US" sz="2800" i="1" dirty="0">
                  <a:latin typeface="Avenir Next LT Pro"/>
                  <a:ea typeface="+mn-lt"/>
                  <a:cs typeface="+mn-lt"/>
                </a:rPr>
                <a:t>k</a:t>
              </a:r>
              <a:r>
                <a:rPr lang="en-US" sz="2800" dirty="0">
                  <a:latin typeface="Avenir Next LT Pro"/>
                  <a:ea typeface="+mn-lt"/>
                  <a:cs typeface="+mn-lt"/>
                </a:rPr>
                <a:t> in the </a:t>
              </a:r>
              <a:r>
                <a:rPr lang="en-US" sz="2800" dirty="0" err="1">
                  <a:latin typeface="Avenir Next LT Pro"/>
                  <a:ea typeface="+mn-lt"/>
                  <a:cs typeface="+mn-lt"/>
                </a:rPr>
                <a:t>AguaClara</a:t>
              </a:r>
              <a:r>
                <a:rPr lang="en-US" sz="2800" dirty="0">
                  <a:latin typeface="Avenir Next LT Pro"/>
                  <a:ea typeface="+mn-lt"/>
                  <a:cs typeface="+mn-lt"/>
                </a:rPr>
                <a:t> flocculation model</a:t>
              </a:r>
              <a:r>
                <a:rPr lang="en-US" sz="2800" baseline="30000" dirty="0">
                  <a:latin typeface="Avenir Next LT Pro"/>
                  <a:ea typeface="+mn-lt"/>
                  <a:cs typeface="+mn-lt"/>
                </a:rPr>
                <a:t>[1]</a:t>
              </a:r>
              <a:r>
                <a:rPr lang="en-US" sz="2800" dirty="0">
                  <a:latin typeface="Avenir Next LT Pro"/>
                  <a:ea typeface="+mn-lt"/>
                  <a:cs typeface="+mn-lt"/>
                </a:rPr>
                <a:t> to an exponential function related to the characteristics of the clarifier. By combining information about the clarifier’s settling velocity with a fitted parameter describing the particle size distribution after flocculation, the clarification constant </a:t>
              </a:r>
              <a:r>
                <a:rPr lang="en-US" sz="2800" i="1" dirty="0">
                  <a:latin typeface="Avenir Next LT Pro"/>
                  <a:ea typeface="+mn-lt"/>
                  <a:cs typeface="+mn-lt"/>
                </a:rPr>
                <a:t>k</a:t>
              </a:r>
              <a:r>
                <a:rPr lang="en-US" sz="2800" dirty="0">
                  <a:latin typeface="Avenir Next LT Pro"/>
                  <a:ea typeface="+mn-lt"/>
                  <a:cs typeface="+mn-lt"/>
                </a:rPr>
                <a:t> can be obtained for varying clarifier designs to accurately predict clarification performance. The model is shown below, where </a:t>
              </a:r>
              <a:r>
                <a:rPr lang="en-US" sz="2800" i="1" dirty="0">
                  <a:latin typeface="Avenir Next LT Pro"/>
                  <a:ea typeface="+mn-lt"/>
                  <a:cs typeface="+mn-lt"/>
                </a:rPr>
                <a:t>C</a:t>
              </a:r>
              <a:r>
                <a:rPr lang="en-US" sz="2800" i="1" baseline="-25000" dirty="0">
                  <a:latin typeface="Avenir Next LT Pro"/>
                  <a:ea typeface="+mn-lt"/>
                  <a:cs typeface="+mn-lt"/>
                </a:rPr>
                <a:t>p</a:t>
              </a:r>
              <a:r>
                <a:rPr lang="en-US" sz="2800" dirty="0">
                  <a:latin typeface="Avenir Next LT Pro"/>
                  <a:ea typeface="+mn-lt"/>
                  <a:cs typeface="+mn-lt"/>
                </a:rPr>
                <a:t> is the clarified primary particle concentration and </a:t>
              </a:r>
              <a:r>
                <a:rPr lang="en-US" sz="2800" i="1" dirty="0">
                  <a:latin typeface="Avenir Next LT Pro"/>
                  <a:ea typeface="+mn-lt"/>
                  <a:cs typeface="+mn-lt"/>
                </a:rPr>
                <a:t>C</a:t>
              </a:r>
              <a:r>
                <a:rPr lang="en-US" sz="2800" i="1" baseline="-25000" dirty="0">
                  <a:latin typeface="Avenir Next LT Pro"/>
                  <a:ea typeface="+mn-lt"/>
                  <a:cs typeface="+mn-lt"/>
                </a:rPr>
                <a:t>P0</a:t>
              </a:r>
              <a:r>
                <a:rPr lang="en-US" sz="2800" i="1" dirty="0">
                  <a:latin typeface="Avenir Next LT Pro"/>
                  <a:ea typeface="+mn-lt"/>
                  <a:cs typeface="+mn-lt"/>
                </a:rPr>
                <a:t> </a:t>
              </a:r>
              <a:r>
                <a:rPr lang="en-US" sz="2800" dirty="0">
                  <a:latin typeface="Avenir Next LT Pro"/>
                  <a:ea typeface="+mn-lt"/>
                  <a:cs typeface="+mn-lt"/>
                </a:rPr>
                <a:t>is the influent primary particle concentration.</a:t>
              </a:r>
            </a:p>
            <a:p>
              <a:endParaRPr lang="en-US" sz="2800" dirty="0">
                <a:latin typeface="Avenir Next LT Pro"/>
                <a:ea typeface="+mn-lt"/>
                <a:cs typeface="+mn-lt"/>
              </a:endParaRPr>
            </a:p>
            <a:p>
              <a:endParaRPr lang="en-US" sz="2800" b="1" dirty="0">
                <a:latin typeface="Avenir Next LT Pro"/>
              </a:endParaRPr>
            </a:p>
            <a:p>
              <a:endParaRPr lang="en-US" sz="2800" b="1" dirty="0">
                <a:latin typeface="Avenir Next LT Pro"/>
              </a:endParaRPr>
            </a:p>
            <a:p>
              <a:endParaRPr lang="en-US" sz="2800" b="1" dirty="0">
                <a:latin typeface="Avenir Next LT Pro"/>
              </a:endParaRPr>
            </a:p>
            <a:p>
              <a:r>
                <a:rPr lang="en-US" sz="2800" dirty="0">
                  <a:latin typeface="Avenir Next LT Pro"/>
                </a:rPr>
                <a:t>This model only accounts for primary particle interactions with the plate settlers. A new approach is needed to account for floc filter clarification.</a:t>
              </a:r>
              <a:endParaRPr lang="en-US" sz="2800" b="1" dirty="0">
                <a:latin typeface="Avenir Next LT Pro"/>
              </a:endParaRPr>
            </a:p>
            <a:p>
              <a:endParaRPr lang="en-US" sz="2800" b="1" dirty="0">
                <a:latin typeface="Avenir Next LT Pro"/>
              </a:endParaRPr>
            </a:p>
            <a:p>
              <a:r>
                <a:rPr lang="en-US" sz="2800" b="1" dirty="0">
                  <a:latin typeface="Avenir Next LT Pro"/>
                </a:rPr>
                <a:t>Discretized Floc Filter Clarification Model</a:t>
              </a:r>
            </a:p>
            <a:p>
              <a:r>
                <a:rPr lang="en-US" sz="2800" dirty="0">
                  <a:latin typeface="Avenir Next LT Pro"/>
                </a:rPr>
                <a:t>To account for interactions with flocs in the floc filter, the floc filter was modeled as a grid of square boxes with side length equal to the floc separation distance </a:t>
              </a:r>
              <a:r>
                <a:rPr lang="en-US" sz="2800" dirty="0" err="1">
                  <a:ea typeface="+mn-lt"/>
                  <a:cs typeface="+mn-lt"/>
                </a:rPr>
                <a:t>Λ</a:t>
              </a:r>
              <a:r>
                <a:rPr lang="en-US" sz="2800" dirty="0">
                  <a:latin typeface="Avenir Next LT Pro"/>
                </a:rPr>
                <a:t>. Each box had a single floc located in the bottom center. </a:t>
              </a:r>
            </a:p>
            <a:p>
              <a:endParaRPr lang="en-US" sz="2800" dirty="0">
                <a:latin typeface="Avenir Next LT Pro"/>
              </a:endParaRPr>
            </a:p>
            <a:p>
              <a:endParaRPr lang="en-US" sz="2800" dirty="0">
                <a:latin typeface="Avenir Next LT Pro"/>
              </a:endParaRPr>
            </a:p>
            <a:p>
              <a:endParaRPr lang="en-US" sz="2800" b="1" dirty="0">
                <a:latin typeface="Avenir Next LT Pro"/>
              </a:endParaRPr>
            </a:p>
            <a:p>
              <a:endParaRPr lang="en-US" sz="2800" b="1" dirty="0">
                <a:latin typeface="Avenir Next LT Pro"/>
              </a:endParaRPr>
            </a:p>
            <a:p>
              <a:endParaRPr lang="en-US" sz="2800" b="1" dirty="0">
                <a:latin typeface="Avenir Next LT Pro"/>
              </a:endParaRPr>
            </a:p>
            <a:p>
              <a:endParaRPr lang="en-US" sz="2800" b="1" dirty="0">
                <a:latin typeface="Avenir Next LT Pro"/>
              </a:endParaRPr>
            </a:p>
            <a:p>
              <a:endParaRPr lang="en-US" sz="2800" b="1" dirty="0">
                <a:latin typeface="Avenir Next LT Pro"/>
              </a:endParaRPr>
            </a:p>
            <a:p>
              <a:endParaRPr lang="en-US" sz="2800" b="1" dirty="0">
                <a:latin typeface="Avenir Next LT Pro"/>
              </a:endParaRPr>
            </a:p>
            <a:p>
              <a:endParaRPr lang="en-US" sz="2000" b="1" dirty="0">
                <a:latin typeface="Aptos"/>
              </a:endParaRPr>
            </a:p>
            <a:p>
              <a:endParaRPr lang="en-US" sz="2000" b="1" dirty="0">
                <a:latin typeface="Aptos"/>
              </a:endParaRPr>
            </a:p>
            <a:p>
              <a:endParaRPr lang="en-US" sz="2800" b="1" dirty="0">
                <a:latin typeface="Avenir Next LT Pro"/>
              </a:endParaRPr>
            </a:p>
            <a:p>
              <a:endParaRPr lang="en-US" sz="2800" b="1" dirty="0">
                <a:latin typeface="Avenir Next LT Pro"/>
              </a:endParaRPr>
            </a:p>
            <a:p>
              <a:endParaRPr lang="en-US" sz="2800" b="1" dirty="0">
                <a:latin typeface="Avenir Next LT Pro"/>
              </a:endParaRPr>
            </a:p>
            <a:p>
              <a:endParaRPr lang="en-US" sz="2800" b="1" dirty="0">
                <a:latin typeface="Avenir Next LT Pro"/>
              </a:endParaRPr>
            </a:p>
            <a:p>
              <a:pPr algn="ctr"/>
              <a:endParaRPr lang="en-US" sz="2800" b="1" dirty="0">
                <a:latin typeface="Avenir Next LT Pro"/>
              </a:endParaRPr>
            </a:p>
            <a:p>
              <a:endParaRPr lang="en-US" sz="2800" b="1" dirty="0">
                <a:latin typeface="Avenir Next LT Pro"/>
              </a:endParaRPr>
            </a:p>
            <a:p>
              <a:endParaRPr lang="en-US" sz="2800" b="1" dirty="0">
                <a:latin typeface="Avenir Next LT Pro"/>
              </a:endParaRPr>
            </a:p>
            <a:p>
              <a:endParaRPr lang="en-US" sz="2800" b="1" dirty="0">
                <a:latin typeface="Avenir Next LT Pro"/>
              </a:endParaRPr>
            </a:p>
            <a:p>
              <a:r>
                <a:rPr lang="en-US" sz="2800" dirty="0">
                  <a:latin typeface="Avenir Next LT Pro"/>
                </a:rPr>
                <a:t>Using this template to predict primary particle-floc interactions led to the following equation.</a:t>
              </a:r>
            </a:p>
            <a:p>
              <a:endParaRPr lang="en-US" sz="2800" b="1" dirty="0">
                <a:latin typeface="Avenir Next LT Pro"/>
              </a:endParaRPr>
            </a:p>
            <a:p>
              <a:endParaRPr lang="en-US" sz="2800" b="1" dirty="0">
                <a:latin typeface="Avenir Next LT Pro"/>
              </a:endParaRPr>
            </a:p>
            <a:p>
              <a:endParaRPr lang="en-US" sz="2800" b="1" dirty="0">
                <a:latin typeface="Avenir Next LT Pro"/>
              </a:endParaRPr>
            </a:p>
            <a:p>
              <a:endParaRPr lang="en-US" sz="2800" b="1" dirty="0">
                <a:latin typeface="Avenir Next LT Pro"/>
              </a:endParaRPr>
            </a:p>
            <a:p>
              <a:endParaRPr lang="en-US" sz="2800" b="1" dirty="0">
                <a:latin typeface="Avenir Next LT Pro"/>
              </a:endParaRPr>
            </a:p>
            <a:p>
              <a:r>
                <a:rPr lang="en-US" sz="2800" i="1" dirty="0" err="1">
                  <a:latin typeface="Avenir Next LT Pro"/>
                </a:rPr>
                <a:t>C</a:t>
              </a:r>
              <a:r>
                <a:rPr lang="en-US" sz="2800" i="1" baseline="-25000" dirty="0" err="1">
                  <a:latin typeface="Avenir Next LT Pro"/>
                </a:rPr>
                <a:t>flocculated</a:t>
              </a:r>
              <a:r>
                <a:rPr lang="en-US" sz="2800" dirty="0">
                  <a:latin typeface="Avenir Next LT Pro"/>
                </a:rPr>
                <a:t> can be obtained using the </a:t>
              </a:r>
              <a:r>
                <a:rPr lang="en-US" sz="2800" dirty="0" err="1">
                  <a:latin typeface="Avenir Next LT Pro"/>
                </a:rPr>
                <a:t>AguaClara</a:t>
              </a:r>
              <a:r>
                <a:rPr lang="en-US" sz="2800" dirty="0">
                  <a:latin typeface="Avenir Next LT Pro"/>
                </a:rPr>
                <a:t> flocculation model.</a:t>
              </a:r>
            </a:p>
            <a:p>
              <a:endParaRPr lang="en-US" sz="2800" b="1" dirty="0">
                <a:latin typeface="Avenir Next LT Pro"/>
              </a:endParaRPr>
            </a:p>
            <a:p>
              <a:r>
                <a:rPr lang="en-US" sz="2800" b="1" dirty="0">
                  <a:latin typeface="Avenir Next LT Pro"/>
                </a:rPr>
                <a:t>Taylor Series Approximation</a:t>
              </a:r>
              <a:endParaRPr lang="en-US" sz="1600" dirty="0">
                <a:latin typeface="Aptos"/>
              </a:endParaRPr>
            </a:p>
            <a:p>
              <a:r>
                <a:rPr lang="en-US" sz="2800" dirty="0">
                  <a:latin typeface="Avenir Next LT Pro"/>
                </a:rPr>
                <a:t>Rewriting Equation 2 using a first-order Taylor series approximation yields Equation 3. This is equivalent to the Spring 2025 clarification model, which modeled the clarifier continuous rather than as discretized boxes.</a:t>
              </a:r>
              <a:endParaRPr lang="en-US" sz="1600" dirty="0">
                <a:latin typeface="Aptos"/>
              </a:endParaRPr>
            </a:p>
            <a:p>
              <a:endParaRPr lang="en-US" sz="2800" dirty="0">
                <a:latin typeface="Avenir Next LT Pro"/>
              </a:endParaRPr>
            </a:p>
            <a:p>
              <a:endParaRPr lang="en-US" sz="2800" dirty="0">
                <a:latin typeface="Avenir Next LT Pro"/>
              </a:endParaRPr>
            </a:p>
            <a:p>
              <a:endParaRPr lang="en-US" sz="2800" dirty="0">
                <a:latin typeface="Avenir Next LT Pro"/>
              </a:endParaRPr>
            </a:p>
            <a:p>
              <a:endParaRPr lang="en-US" sz="2800" dirty="0">
                <a:latin typeface="Avenir Next LT Pro"/>
              </a:endParaRPr>
            </a:p>
            <a:p>
              <a:endParaRPr lang="en-US" sz="2800" dirty="0">
                <a:latin typeface="Avenir Next LT Pro"/>
              </a:endParaRPr>
            </a:p>
            <a:p>
              <a:endParaRPr lang="en-US" sz="2800" dirty="0">
                <a:latin typeface="Avenir Next LT Pro"/>
              </a:endParaRPr>
            </a:p>
            <a:p>
              <a:endParaRPr lang="en-US" sz="2000" b="1" dirty="0">
                <a:latin typeface="Avenir Next LT Pro"/>
              </a:endParaRPr>
            </a:p>
            <a:p>
              <a:endParaRPr lang="en-US" sz="2000" b="1" dirty="0">
                <a:latin typeface="Avenir Next LT Pro"/>
              </a:endParaRPr>
            </a:p>
            <a:p>
              <a:endParaRPr lang="en-US" sz="2000" b="1" dirty="0">
                <a:latin typeface="Avenir Next LT Pro"/>
              </a:endParaRPr>
            </a:p>
            <a:p>
              <a:endParaRPr lang="en-US" sz="2000" b="1" dirty="0">
                <a:latin typeface="Avenir Next LT Pro"/>
              </a:endParaRPr>
            </a:p>
            <a:p>
              <a:endParaRPr lang="en-US" sz="2000" b="1" dirty="0">
                <a:latin typeface="Avenir Next LT Pro"/>
              </a:endParaRPr>
            </a:p>
            <a:p>
              <a:endParaRPr lang="en-US" sz="2000" b="1" dirty="0">
                <a:latin typeface="Avenir Next LT Pro"/>
              </a:endParaRPr>
            </a:p>
            <a:p>
              <a:endParaRPr lang="en-US" sz="2000" b="1" dirty="0">
                <a:latin typeface="Avenir Next LT Pro"/>
              </a:endParaRPr>
            </a:p>
            <a:p>
              <a:endParaRPr lang="en-US" sz="2000" b="1" dirty="0">
                <a:latin typeface="Avenir Next LT Pro"/>
              </a:endParaRPr>
            </a:p>
            <a:p>
              <a:endParaRPr lang="en-US" sz="2000" b="1" dirty="0">
                <a:latin typeface="Avenir Next LT Pro"/>
              </a:endParaRPr>
            </a:p>
            <a:p>
              <a:endParaRPr lang="en-US" sz="2000" b="1" dirty="0">
                <a:latin typeface="Avenir Next LT Pro"/>
              </a:endParaRPr>
            </a:p>
            <a:p>
              <a:endParaRPr lang="en-US" dirty="0">
                <a:latin typeface="Aptos" panose="020B0004020202020204"/>
              </a:endParaRPr>
            </a:p>
          </p:txBody>
        </p:sp>
        <p:sp>
          <p:nvSpPr>
            <p:cNvPr id="60" name="Rectangle 59">
              <a:extLst>
                <a:ext uri="{FF2B5EF4-FFF2-40B4-BE49-F238E27FC236}">
                  <a16:creationId xmlns:a16="http://schemas.microsoft.com/office/drawing/2014/main" id="{C6C21D73-81FB-095C-90C6-D873AB6C851D}"/>
                </a:ext>
              </a:extLst>
            </p:cNvPr>
            <p:cNvSpPr/>
            <p:nvPr/>
          </p:nvSpPr>
          <p:spPr>
            <a:xfrm>
              <a:off x="22295969" y="13053552"/>
              <a:ext cx="10058400" cy="762948"/>
            </a:xfrm>
            <a:prstGeom prst="rect">
              <a:avLst/>
            </a:prstGeom>
            <a:solidFill>
              <a:srgbClr val="08C6F1">
                <a:alpha val="36863"/>
              </a:srgbClr>
            </a:solidFill>
            <a:ln>
              <a:solidFill>
                <a:srgbClr val="08C6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815887" rtl="0" eaLnBrk="1" latinLnBrk="0" hangingPunct="1">
                <a:defRPr sz="1608" kern="1200">
                  <a:solidFill>
                    <a:schemeClr val="tx1"/>
                  </a:solidFill>
                  <a:latin typeface="+mn-lt"/>
                  <a:ea typeface="+mn-ea"/>
                  <a:cs typeface="+mn-cs"/>
                </a:defRPr>
              </a:lvl1pPr>
              <a:lvl2pPr marL="407944" algn="l" defTabSz="815887" rtl="0" eaLnBrk="1" latinLnBrk="0" hangingPunct="1">
                <a:defRPr sz="1608" kern="1200">
                  <a:solidFill>
                    <a:schemeClr val="tx1"/>
                  </a:solidFill>
                  <a:latin typeface="+mn-lt"/>
                  <a:ea typeface="+mn-ea"/>
                  <a:cs typeface="+mn-cs"/>
                </a:defRPr>
              </a:lvl2pPr>
              <a:lvl3pPr marL="815887" algn="l" defTabSz="815887" rtl="0" eaLnBrk="1" latinLnBrk="0" hangingPunct="1">
                <a:defRPr sz="1608" kern="1200">
                  <a:solidFill>
                    <a:schemeClr val="tx1"/>
                  </a:solidFill>
                  <a:latin typeface="+mn-lt"/>
                  <a:ea typeface="+mn-ea"/>
                  <a:cs typeface="+mn-cs"/>
                </a:defRPr>
              </a:lvl3pPr>
              <a:lvl4pPr marL="1223831" algn="l" defTabSz="815887" rtl="0" eaLnBrk="1" latinLnBrk="0" hangingPunct="1">
                <a:defRPr sz="1608" kern="1200">
                  <a:solidFill>
                    <a:schemeClr val="tx1"/>
                  </a:solidFill>
                  <a:latin typeface="+mn-lt"/>
                  <a:ea typeface="+mn-ea"/>
                  <a:cs typeface="+mn-cs"/>
                </a:defRPr>
              </a:lvl4pPr>
              <a:lvl5pPr marL="1631774" algn="l" defTabSz="815887" rtl="0" eaLnBrk="1" latinLnBrk="0" hangingPunct="1">
                <a:defRPr sz="1608" kern="1200">
                  <a:solidFill>
                    <a:schemeClr val="tx1"/>
                  </a:solidFill>
                  <a:latin typeface="+mn-lt"/>
                  <a:ea typeface="+mn-ea"/>
                  <a:cs typeface="+mn-cs"/>
                </a:defRPr>
              </a:lvl5pPr>
              <a:lvl6pPr marL="2039718" algn="l" defTabSz="815887" rtl="0" eaLnBrk="1" latinLnBrk="0" hangingPunct="1">
                <a:defRPr sz="1608" kern="1200">
                  <a:solidFill>
                    <a:schemeClr val="tx1"/>
                  </a:solidFill>
                  <a:latin typeface="+mn-lt"/>
                  <a:ea typeface="+mn-ea"/>
                  <a:cs typeface="+mn-cs"/>
                </a:defRPr>
              </a:lvl6pPr>
              <a:lvl7pPr marL="2447661" algn="l" defTabSz="815887" rtl="0" eaLnBrk="1" latinLnBrk="0" hangingPunct="1">
                <a:defRPr sz="1608" kern="1200">
                  <a:solidFill>
                    <a:schemeClr val="tx1"/>
                  </a:solidFill>
                  <a:latin typeface="+mn-lt"/>
                  <a:ea typeface="+mn-ea"/>
                  <a:cs typeface="+mn-cs"/>
                </a:defRPr>
              </a:lvl7pPr>
              <a:lvl8pPr marL="2855605" algn="l" defTabSz="815887" rtl="0" eaLnBrk="1" latinLnBrk="0" hangingPunct="1">
                <a:defRPr sz="1608" kern="1200">
                  <a:solidFill>
                    <a:schemeClr val="tx1"/>
                  </a:solidFill>
                  <a:latin typeface="+mn-lt"/>
                  <a:ea typeface="+mn-ea"/>
                  <a:cs typeface="+mn-cs"/>
                </a:defRPr>
              </a:lvl8pPr>
              <a:lvl9pPr marL="3263549" algn="l" defTabSz="815887" rtl="0" eaLnBrk="1" latinLnBrk="0" hangingPunct="1">
                <a:defRPr sz="1608" kern="1200">
                  <a:solidFill>
                    <a:schemeClr val="tx1"/>
                  </a:solidFill>
                  <a:latin typeface="+mn-lt"/>
                  <a:ea typeface="+mn-ea"/>
                  <a:cs typeface="+mn-cs"/>
                </a:defRPr>
              </a:lvl9pPr>
            </a:lstStyle>
            <a:p>
              <a:pPr algn="ctr"/>
              <a:r>
                <a:rPr lang="en-US" sz="4115">
                  <a:latin typeface="Avenir Next LT Pro" panose="020B0504020202020204" pitchFamily="34" charset="77"/>
                </a:rPr>
                <a:t>Clarification Modeling</a:t>
              </a:r>
            </a:p>
          </p:txBody>
        </p:sp>
      </p:grpSp>
      <p:sp>
        <p:nvSpPr>
          <p:cNvPr id="62" name="TextBox 61">
            <a:extLst>
              <a:ext uri="{FF2B5EF4-FFF2-40B4-BE49-F238E27FC236}">
                <a16:creationId xmlns:a16="http://schemas.microsoft.com/office/drawing/2014/main" id="{04B4415C-3B3E-0D42-CD06-9D3C47AFF268}"/>
              </a:ext>
            </a:extLst>
          </p:cNvPr>
          <p:cNvSpPr txBox="1"/>
          <p:nvPr/>
        </p:nvSpPr>
        <p:spPr>
          <a:xfrm>
            <a:off x="12385964" y="26018836"/>
            <a:ext cx="184731" cy="1209114"/>
          </a:xfrm>
          <a:prstGeom prst="rect">
            <a:avLst/>
          </a:prstGeom>
          <a:noFill/>
        </p:spPr>
        <p:txBody>
          <a:bodyPr wrap="none" rtlCol="0">
            <a:spAutoFit/>
          </a:bodyPr>
          <a:lstStyle/>
          <a:p>
            <a:endParaRPr lang="en-US"/>
          </a:p>
        </p:txBody>
      </p:sp>
      <p:sp>
        <p:nvSpPr>
          <p:cNvPr id="16" name="TextBox 15">
            <a:extLst>
              <a:ext uri="{FF2B5EF4-FFF2-40B4-BE49-F238E27FC236}">
                <a16:creationId xmlns:a16="http://schemas.microsoft.com/office/drawing/2014/main" id="{9A717121-4505-FA33-84BD-D233B944C9F3}"/>
              </a:ext>
            </a:extLst>
          </p:cNvPr>
          <p:cNvSpPr txBox="1"/>
          <p:nvPr/>
        </p:nvSpPr>
        <p:spPr>
          <a:xfrm>
            <a:off x="22120076" y="24906113"/>
            <a:ext cx="10400233"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latin typeface="Avenir Next LT Pro"/>
                <a:ea typeface="+mn-lt"/>
                <a:cs typeface="+mn-lt"/>
              </a:rPr>
              <a:t>Using coagulant dosage and influent turbidity data from an </a:t>
            </a:r>
            <a:r>
              <a:rPr lang="en-US" sz="2800" dirty="0" err="1">
                <a:latin typeface="Avenir Next LT Pro"/>
                <a:ea typeface="+mn-lt"/>
                <a:cs typeface="+mn-lt"/>
              </a:rPr>
              <a:t>AguaClara</a:t>
            </a:r>
            <a:r>
              <a:rPr lang="en-US" sz="2800" dirty="0">
                <a:latin typeface="Avenir Next LT Pro"/>
                <a:ea typeface="+mn-lt"/>
                <a:cs typeface="+mn-lt"/>
              </a:rPr>
              <a:t> plant in Nicaragua, the parameters for the revised floc filter clarification model were fitted, and the predicted coagulant dosages were graphed. However, the model severely underestimated the actual coagulant dosage.</a:t>
            </a:r>
          </a:p>
        </p:txBody>
      </p:sp>
      <p:grpSp>
        <p:nvGrpSpPr>
          <p:cNvPr id="85" name="Group 84">
            <a:extLst>
              <a:ext uri="{FF2B5EF4-FFF2-40B4-BE49-F238E27FC236}">
                <a16:creationId xmlns:a16="http://schemas.microsoft.com/office/drawing/2014/main" id="{DBFB63D4-961B-39D2-D1CA-C77AD71F0798}"/>
              </a:ext>
            </a:extLst>
          </p:cNvPr>
          <p:cNvGrpSpPr/>
          <p:nvPr/>
        </p:nvGrpSpPr>
        <p:grpSpPr>
          <a:xfrm>
            <a:off x="22065740" y="4343400"/>
            <a:ext cx="10244061" cy="19149184"/>
            <a:chOff x="11522094" y="13070476"/>
            <a:chExt cx="10064386" cy="19149184"/>
          </a:xfrm>
        </p:grpSpPr>
        <p:sp>
          <p:nvSpPr>
            <p:cNvPr id="87" name="Rectangle 86">
              <a:extLst>
                <a:ext uri="{FF2B5EF4-FFF2-40B4-BE49-F238E27FC236}">
                  <a16:creationId xmlns:a16="http://schemas.microsoft.com/office/drawing/2014/main" id="{083165FA-C766-976B-EB48-D2BF0078AE18}"/>
                </a:ext>
              </a:extLst>
            </p:cNvPr>
            <p:cNvSpPr/>
            <p:nvPr/>
          </p:nvSpPr>
          <p:spPr>
            <a:xfrm>
              <a:off x="11528080" y="13832098"/>
              <a:ext cx="10058400" cy="18387562"/>
            </a:xfrm>
            <a:prstGeom prst="rect">
              <a:avLst/>
            </a:prstGeom>
            <a:noFill/>
            <a:ln>
              <a:solidFill>
                <a:srgbClr val="08C6F1"/>
              </a:solidFill>
            </a:ln>
          </p:spPr>
          <p:style>
            <a:lnRef idx="2">
              <a:schemeClr val="accent1">
                <a:shade val="50000"/>
              </a:schemeClr>
            </a:lnRef>
            <a:fillRef idx="1">
              <a:schemeClr val="accent1"/>
            </a:fillRef>
            <a:effectRef idx="0">
              <a:schemeClr val="accent1"/>
            </a:effectRef>
            <a:fontRef idx="minor">
              <a:schemeClr val="lt1"/>
            </a:fontRef>
          </p:style>
          <p:txBody>
            <a:bodyPr lIns="243847" tIns="235131" rIns="235131" bIns="235131" rtlCol="0" anchor="t"/>
            <a:lstStyle>
              <a:defPPr>
                <a:defRPr lang="en-US"/>
              </a:defPPr>
              <a:lvl1pPr marL="0" algn="l" defTabSz="815887" rtl="0" eaLnBrk="1" latinLnBrk="0" hangingPunct="1">
                <a:defRPr sz="1608" kern="1200">
                  <a:solidFill>
                    <a:schemeClr val="tx1"/>
                  </a:solidFill>
                  <a:latin typeface="+mn-lt"/>
                  <a:ea typeface="+mn-ea"/>
                  <a:cs typeface="+mn-cs"/>
                </a:defRPr>
              </a:lvl1pPr>
              <a:lvl2pPr marL="407944" algn="l" defTabSz="815887" rtl="0" eaLnBrk="1" latinLnBrk="0" hangingPunct="1">
                <a:defRPr sz="1608" kern="1200">
                  <a:solidFill>
                    <a:schemeClr val="tx1"/>
                  </a:solidFill>
                  <a:latin typeface="+mn-lt"/>
                  <a:ea typeface="+mn-ea"/>
                  <a:cs typeface="+mn-cs"/>
                </a:defRPr>
              </a:lvl2pPr>
              <a:lvl3pPr marL="815887" algn="l" defTabSz="815887" rtl="0" eaLnBrk="1" latinLnBrk="0" hangingPunct="1">
                <a:defRPr sz="1608" kern="1200">
                  <a:solidFill>
                    <a:schemeClr val="tx1"/>
                  </a:solidFill>
                  <a:latin typeface="+mn-lt"/>
                  <a:ea typeface="+mn-ea"/>
                  <a:cs typeface="+mn-cs"/>
                </a:defRPr>
              </a:lvl3pPr>
              <a:lvl4pPr marL="1223831" algn="l" defTabSz="815887" rtl="0" eaLnBrk="1" latinLnBrk="0" hangingPunct="1">
                <a:defRPr sz="1608" kern="1200">
                  <a:solidFill>
                    <a:schemeClr val="tx1"/>
                  </a:solidFill>
                  <a:latin typeface="+mn-lt"/>
                  <a:ea typeface="+mn-ea"/>
                  <a:cs typeface="+mn-cs"/>
                </a:defRPr>
              </a:lvl4pPr>
              <a:lvl5pPr marL="1631774" algn="l" defTabSz="815887" rtl="0" eaLnBrk="1" latinLnBrk="0" hangingPunct="1">
                <a:defRPr sz="1608" kern="1200">
                  <a:solidFill>
                    <a:schemeClr val="tx1"/>
                  </a:solidFill>
                  <a:latin typeface="+mn-lt"/>
                  <a:ea typeface="+mn-ea"/>
                  <a:cs typeface="+mn-cs"/>
                </a:defRPr>
              </a:lvl5pPr>
              <a:lvl6pPr marL="2039718" algn="l" defTabSz="815887" rtl="0" eaLnBrk="1" latinLnBrk="0" hangingPunct="1">
                <a:defRPr sz="1608" kern="1200">
                  <a:solidFill>
                    <a:schemeClr val="tx1"/>
                  </a:solidFill>
                  <a:latin typeface="+mn-lt"/>
                  <a:ea typeface="+mn-ea"/>
                  <a:cs typeface="+mn-cs"/>
                </a:defRPr>
              </a:lvl6pPr>
              <a:lvl7pPr marL="2447661" algn="l" defTabSz="815887" rtl="0" eaLnBrk="1" latinLnBrk="0" hangingPunct="1">
                <a:defRPr sz="1608" kern="1200">
                  <a:solidFill>
                    <a:schemeClr val="tx1"/>
                  </a:solidFill>
                  <a:latin typeface="+mn-lt"/>
                  <a:ea typeface="+mn-ea"/>
                  <a:cs typeface="+mn-cs"/>
                </a:defRPr>
              </a:lvl7pPr>
              <a:lvl8pPr marL="2855605" algn="l" defTabSz="815887" rtl="0" eaLnBrk="1" latinLnBrk="0" hangingPunct="1">
                <a:defRPr sz="1608" kern="1200">
                  <a:solidFill>
                    <a:schemeClr val="tx1"/>
                  </a:solidFill>
                  <a:latin typeface="+mn-lt"/>
                  <a:ea typeface="+mn-ea"/>
                  <a:cs typeface="+mn-cs"/>
                </a:defRPr>
              </a:lvl8pPr>
              <a:lvl9pPr marL="3263549" algn="l" defTabSz="815887" rtl="0" eaLnBrk="1" latinLnBrk="0" hangingPunct="1">
                <a:defRPr sz="1608" kern="1200">
                  <a:solidFill>
                    <a:schemeClr val="tx1"/>
                  </a:solidFill>
                  <a:latin typeface="+mn-lt"/>
                  <a:ea typeface="+mn-ea"/>
                  <a:cs typeface="+mn-cs"/>
                </a:defRPr>
              </a:lvl9pPr>
            </a:lstStyle>
            <a:p>
              <a:r>
                <a:rPr lang="en-US" sz="2800" b="1" dirty="0">
                  <a:latin typeface="Avenir Next LT Pro"/>
                  <a:cs typeface="Calibri"/>
                </a:rPr>
                <a:t>Experimental Apparatus</a:t>
              </a:r>
            </a:p>
            <a:p>
              <a:r>
                <a:rPr lang="en-US" sz="2800" dirty="0">
                  <a:latin typeface="Avenir Next LT Pro"/>
                  <a:cs typeface="Calibri"/>
                </a:rPr>
                <a:t>Some changes were made to the mini clarifier this semester in preparation for experiments. A protruding lip was added to </a:t>
              </a:r>
              <a:r>
                <a:rPr lang="en-US" sz="2800" dirty="0">
                  <a:latin typeface="Avenir Next LT Pro"/>
                  <a:ea typeface="+mn-lt"/>
                  <a:cs typeface="+mn-lt"/>
                </a:rPr>
                <a:t>improve the adhesion of the front acrylic plate and the clarifier body. Additionally, the floc hopper floor was extended to slope downwards to prevent clogging. Sampling ports were removed due to difficulty in use and to avoid the possibility of leakage.</a:t>
              </a:r>
            </a:p>
            <a:p>
              <a:endParaRPr lang="en-US" sz="2000" b="1" dirty="0">
                <a:latin typeface="Aptos"/>
                <a:ea typeface="+mn-lt"/>
                <a:cs typeface="+mn-lt"/>
              </a:endParaRPr>
            </a:p>
            <a:p>
              <a:endParaRPr lang="en-US" sz="2000" b="1" dirty="0">
                <a:latin typeface="Aptos"/>
                <a:ea typeface="+mn-lt"/>
                <a:cs typeface="+mn-lt"/>
              </a:endParaRPr>
            </a:p>
            <a:p>
              <a:endParaRPr lang="en-US" sz="2000" b="1" dirty="0">
                <a:latin typeface="Aptos"/>
                <a:ea typeface="+mn-lt"/>
                <a:cs typeface="+mn-lt"/>
              </a:endParaRPr>
            </a:p>
            <a:p>
              <a:endParaRPr lang="en-US" sz="2000" b="1" dirty="0">
                <a:latin typeface="Aptos"/>
                <a:ea typeface="+mn-lt"/>
                <a:cs typeface="+mn-lt"/>
              </a:endParaRPr>
            </a:p>
            <a:p>
              <a:endParaRPr lang="en-US" sz="2000" b="1" dirty="0">
                <a:latin typeface="Aptos"/>
                <a:ea typeface="+mn-lt"/>
                <a:cs typeface="+mn-lt"/>
              </a:endParaRPr>
            </a:p>
            <a:p>
              <a:endParaRPr lang="en-US" sz="2000" b="1" dirty="0">
                <a:latin typeface="Aptos"/>
                <a:ea typeface="+mn-lt"/>
                <a:cs typeface="+mn-lt"/>
              </a:endParaRPr>
            </a:p>
            <a:p>
              <a:endParaRPr lang="en-US" sz="2000" b="1" dirty="0">
                <a:latin typeface="Aptos"/>
                <a:ea typeface="+mn-lt"/>
                <a:cs typeface="+mn-lt"/>
              </a:endParaRPr>
            </a:p>
            <a:p>
              <a:endParaRPr lang="en-US" sz="2000" b="1" dirty="0">
                <a:latin typeface="Aptos"/>
                <a:ea typeface="+mn-lt"/>
                <a:cs typeface="+mn-lt"/>
              </a:endParaRPr>
            </a:p>
            <a:p>
              <a:endParaRPr lang="en-US" sz="2000" b="1" dirty="0">
                <a:latin typeface="Aptos"/>
                <a:ea typeface="+mn-lt"/>
                <a:cs typeface="+mn-lt"/>
              </a:endParaRPr>
            </a:p>
            <a:p>
              <a:endParaRPr lang="en-US" sz="2000" b="1" dirty="0">
                <a:latin typeface="Aptos"/>
                <a:ea typeface="+mn-lt"/>
                <a:cs typeface="+mn-lt"/>
              </a:endParaRPr>
            </a:p>
            <a:p>
              <a:endParaRPr lang="en-US" sz="2000" b="1" dirty="0">
                <a:latin typeface="Aptos"/>
                <a:ea typeface="+mn-lt"/>
                <a:cs typeface="+mn-lt"/>
              </a:endParaRPr>
            </a:p>
            <a:p>
              <a:endParaRPr lang="en-US" sz="2000" b="1" dirty="0">
                <a:latin typeface="Aptos"/>
                <a:ea typeface="+mn-lt"/>
                <a:cs typeface="+mn-lt"/>
              </a:endParaRPr>
            </a:p>
            <a:p>
              <a:endParaRPr lang="en-US" sz="2000" b="1" dirty="0">
                <a:latin typeface="Aptos"/>
                <a:ea typeface="+mn-lt"/>
                <a:cs typeface="+mn-lt"/>
              </a:endParaRPr>
            </a:p>
            <a:p>
              <a:endParaRPr lang="en-US" sz="2000" b="1" dirty="0">
                <a:latin typeface="Aptos"/>
                <a:ea typeface="+mn-lt"/>
                <a:cs typeface="+mn-lt"/>
              </a:endParaRPr>
            </a:p>
            <a:p>
              <a:endParaRPr lang="en-US" sz="2000" b="1" dirty="0">
                <a:latin typeface="Aptos"/>
                <a:ea typeface="+mn-lt"/>
                <a:cs typeface="+mn-lt"/>
              </a:endParaRPr>
            </a:p>
            <a:p>
              <a:endParaRPr lang="en-US" sz="2000" b="1" dirty="0">
                <a:latin typeface="Aptos"/>
                <a:ea typeface="+mn-lt"/>
                <a:cs typeface="+mn-lt"/>
              </a:endParaRPr>
            </a:p>
            <a:p>
              <a:endParaRPr lang="en-US" sz="2000" b="1" dirty="0">
                <a:latin typeface="Aptos"/>
                <a:ea typeface="+mn-lt"/>
                <a:cs typeface="+mn-lt"/>
              </a:endParaRPr>
            </a:p>
            <a:p>
              <a:endParaRPr lang="en-US" sz="2000" b="1" dirty="0">
                <a:latin typeface="Aptos"/>
                <a:ea typeface="+mn-lt"/>
                <a:cs typeface="+mn-lt"/>
              </a:endParaRPr>
            </a:p>
            <a:p>
              <a:r>
                <a:rPr lang="en-US" sz="2000" b="1" dirty="0">
                  <a:latin typeface="Aptos"/>
                  <a:ea typeface="+mn-lt"/>
                  <a:cs typeface="+mn-lt"/>
                </a:rPr>
                <a:t>Figures 5, 6: </a:t>
              </a:r>
              <a:r>
                <a:rPr lang="en-US" sz="2000" dirty="0">
                  <a:latin typeface="Aptos"/>
                  <a:ea typeface="+mn-lt"/>
                  <a:cs typeface="+mn-lt"/>
                </a:rPr>
                <a:t>Exploded view (left).</a:t>
              </a:r>
              <a:r>
                <a:rPr lang="en-US" sz="2000" dirty="0">
                  <a:ea typeface="+mn-lt"/>
                  <a:cs typeface="+mn-lt"/>
                </a:rPr>
                <a:t> Labeled parts include 1: acrylic back, 2: acrylic front, 3: clarifier bottom, 4: clarifier top, 5: floc hopper, 6: floc hopper acrylic, 7: jet inlet. Revised mini clarifier (right).</a:t>
              </a:r>
              <a:endParaRPr lang="en-US" sz="1600" dirty="0"/>
            </a:p>
            <a:p>
              <a:r>
                <a:rPr lang="en-US" sz="2800" b="1" dirty="0">
                  <a:latin typeface="Avenir Next LT Pro"/>
                  <a:cs typeface="Calibri"/>
                </a:rPr>
                <a:t>Experiment Design</a:t>
              </a:r>
              <a:endParaRPr lang="en-US" sz="1600" dirty="0"/>
            </a:p>
            <a:p>
              <a:r>
                <a:rPr lang="en-US" sz="2800" dirty="0">
                  <a:latin typeface="Avenir Next LT Pro"/>
                  <a:cs typeface="Calibri"/>
                </a:rPr>
                <a:t>A bench-scale flocculation and clarification setup (Fig. 6) will be used to visualize floc filter dynamics. A helical tube flocculator will be used to form uncolored flocs. Afterwards, flocs dyed with methylene blue dyed flocs will be added to the clarifier as tracers to test for uniformity of the floc filter.</a:t>
              </a:r>
            </a:p>
            <a:p>
              <a:endParaRPr lang="en-US" sz="2800" dirty="0">
                <a:latin typeface="Avenir Next LT Pro" panose="020B0504020202020204" pitchFamily="34" charset="77"/>
                <a:cs typeface="Calibri"/>
              </a:endParaRPr>
            </a:p>
            <a:p>
              <a:endParaRPr lang="en-US" sz="2800" dirty="0">
                <a:latin typeface="Avenir Next LT Pro" panose="020B0504020202020204" pitchFamily="34" charset="77"/>
                <a:cs typeface="Calibri"/>
              </a:endParaRPr>
            </a:p>
            <a:p>
              <a:endParaRPr lang="en-US" sz="2800" dirty="0">
                <a:latin typeface="Avenir Next LT Pro" panose="020B0504020202020204" pitchFamily="34" charset="77"/>
                <a:cs typeface="Calibri"/>
              </a:endParaRPr>
            </a:p>
            <a:p>
              <a:endParaRPr lang="en-US" sz="2800" dirty="0">
                <a:latin typeface="Avenir Next LT Pro" panose="020B0504020202020204" pitchFamily="34" charset="77"/>
                <a:cs typeface="Calibri"/>
              </a:endParaRPr>
            </a:p>
            <a:p>
              <a:endParaRPr lang="en-US" sz="2800" dirty="0">
                <a:latin typeface="Avenir Next LT Pro" panose="020B0504020202020204" pitchFamily="34" charset="77"/>
                <a:cs typeface="Calibri"/>
              </a:endParaRPr>
            </a:p>
            <a:p>
              <a:endParaRPr lang="en-US" sz="2800" dirty="0">
                <a:latin typeface="Avenir Next LT Pro" panose="020B0504020202020204" pitchFamily="34" charset="77"/>
                <a:cs typeface="Calibri"/>
              </a:endParaRPr>
            </a:p>
            <a:p>
              <a:endParaRPr lang="en-US" sz="2800" dirty="0">
                <a:latin typeface="Avenir Next LT Pro" panose="020B0504020202020204" pitchFamily="34" charset="77"/>
                <a:cs typeface="Calibri"/>
              </a:endParaRPr>
            </a:p>
            <a:p>
              <a:endParaRPr lang="en-US" sz="2800" dirty="0">
                <a:latin typeface="Avenir Next LT Pro" panose="020B0504020202020204" pitchFamily="34" charset="77"/>
                <a:cs typeface="Calibri"/>
              </a:endParaRPr>
            </a:p>
            <a:p>
              <a:endParaRPr lang="en-US" sz="2800" dirty="0">
                <a:latin typeface="Avenir Next LT Pro" panose="020B0504020202020204" pitchFamily="34" charset="77"/>
                <a:cs typeface="Calibri"/>
              </a:endParaRPr>
            </a:p>
            <a:p>
              <a:endParaRPr lang="en-US" sz="2800" dirty="0">
                <a:latin typeface="Avenir Next LT Pro" panose="020B0504020202020204" pitchFamily="34" charset="77"/>
                <a:cs typeface="Calibri"/>
              </a:endParaRPr>
            </a:p>
            <a:p>
              <a:endParaRPr lang="en-US" sz="2800" dirty="0">
                <a:latin typeface="Avenir Next LT Pro" panose="020B0504020202020204" pitchFamily="34" charset="77"/>
                <a:cs typeface="Calibri"/>
              </a:endParaRPr>
            </a:p>
            <a:p>
              <a:endParaRPr lang="en-US" sz="2800" dirty="0">
                <a:latin typeface="Avenir Next LT Pro" panose="020B0504020202020204" pitchFamily="34" charset="77"/>
                <a:cs typeface="Calibri"/>
              </a:endParaRPr>
            </a:p>
            <a:p>
              <a:endParaRPr lang="en-US" sz="2800" dirty="0">
                <a:latin typeface="Avenir Next LT Pro" panose="020B0504020202020204" pitchFamily="34" charset="77"/>
                <a:cs typeface="Calibri"/>
              </a:endParaRPr>
            </a:p>
            <a:p>
              <a:endParaRPr lang="en-US" sz="2800" dirty="0">
                <a:latin typeface="Avenir Next LT Pro" panose="020B0504020202020204" pitchFamily="34" charset="77"/>
                <a:cs typeface="Calibri"/>
              </a:endParaRPr>
            </a:p>
            <a:p>
              <a:endParaRPr lang="en-US" sz="2800" dirty="0">
                <a:latin typeface="Avenir Next LT Pro" panose="020B0504020202020204" pitchFamily="34" charset="77"/>
                <a:cs typeface="Calibri"/>
              </a:endParaRPr>
            </a:p>
            <a:p>
              <a:pPr>
                <a:spcAft>
                  <a:spcPts val="1500"/>
                </a:spcAft>
              </a:pPr>
              <a:endParaRPr lang="en-US" sz="2800" b="1" dirty="0">
                <a:latin typeface="Avenir Next LT Pro"/>
              </a:endParaRPr>
            </a:p>
          </p:txBody>
        </p:sp>
        <p:sp>
          <p:nvSpPr>
            <p:cNvPr id="88" name="Rectangle 87">
              <a:extLst>
                <a:ext uri="{FF2B5EF4-FFF2-40B4-BE49-F238E27FC236}">
                  <a16:creationId xmlns:a16="http://schemas.microsoft.com/office/drawing/2014/main" id="{3C2B0C61-9277-0818-25D2-DE2FFFD6B1F3}"/>
                </a:ext>
              </a:extLst>
            </p:cNvPr>
            <p:cNvSpPr/>
            <p:nvPr/>
          </p:nvSpPr>
          <p:spPr>
            <a:xfrm>
              <a:off x="11522094" y="13070476"/>
              <a:ext cx="10064386" cy="762948"/>
            </a:xfrm>
            <a:prstGeom prst="rect">
              <a:avLst/>
            </a:prstGeom>
            <a:solidFill>
              <a:srgbClr val="08C6F1">
                <a:alpha val="37255"/>
              </a:srgbClr>
            </a:solidFill>
            <a:ln>
              <a:solidFill>
                <a:srgbClr val="08C6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815887" rtl="0" eaLnBrk="1" latinLnBrk="0" hangingPunct="1">
                <a:defRPr sz="1608" kern="1200">
                  <a:solidFill>
                    <a:schemeClr val="tx1"/>
                  </a:solidFill>
                  <a:latin typeface="+mn-lt"/>
                  <a:ea typeface="+mn-ea"/>
                  <a:cs typeface="+mn-cs"/>
                </a:defRPr>
              </a:lvl1pPr>
              <a:lvl2pPr marL="407944" algn="l" defTabSz="815887" rtl="0" eaLnBrk="1" latinLnBrk="0" hangingPunct="1">
                <a:defRPr sz="1608" kern="1200">
                  <a:solidFill>
                    <a:schemeClr val="tx1"/>
                  </a:solidFill>
                  <a:latin typeface="+mn-lt"/>
                  <a:ea typeface="+mn-ea"/>
                  <a:cs typeface="+mn-cs"/>
                </a:defRPr>
              </a:lvl2pPr>
              <a:lvl3pPr marL="815887" algn="l" defTabSz="815887" rtl="0" eaLnBrk="1" latinLnBrk="0" hangingPunct="1">
                <a:defRPr sz="1608" kern="1200">
                  <a:solidFill>
                    <a:schemeClr val="tx1"/>
                  </a:solidFill>
                  <a:latin typeface="+mn-lt"/>
                  <a:ea typeface="+mn-ea"/>
                  <a:cs typeface="+mn-cs"/>
                </a:defRPr>
              </a:lvl3pPr>
              <a:lvl4pPr marL="1223831" algn="l" defTabSz="815887" rtl="0" eaLnBrk="1" latinLnBrk="0" hangingPunct="1">
                <a:defRPr sz="1608" kern="1200">
                  <a:solidFill>
                    <a:schemeClr val="tx1"/>
                  </a:solidFill>
                  <a:latin typeface="+mn-lt"/>
                  <a:ea typeface="+mn-ea"/>
                  <a:cs typeface="+mn-cs"/>
                </a:defRPr>
              </a:lvl4pPr>
              <a:lvl5pPr marL="1631774" algn="l" defTabSz="815887" rtl="0" eaLnBrk="1" latinLnBrk="0" hangingPunct="1">
                <a:defRPr sz="1608" kern="1200">
                  <a:solidFill>
                    <a:schemeClr val="tx1"/>
                  </a:solidFill>
                  <a:latin typeface="+mn-lt"/>
                  <a:ea typeface="+mn-ea"/>
                  <a:cs typeface="+mn-cs"/>
                </a:defRPr>
              </a:lvl5pPr>
              <a:lvl6pPr marL="2039718" algn="l" defTabSz="815887" rtl="0" eaLnBrk="1" latinLnBrk="0" hangingPunct="1">
                <a:defRPr sz="1608" kern="1200">
                  <a:solidFill>
                    <a:schemeClr val="tx1"/>
                  </a:solidFill>
                  <a:latin typeface="+mn-lt"/>
                  <a:ea typeface="+mn-ea"/>
                  <a:cs typeface="+mn-cs"/>
                </a:defRPr>
              </a:lvl6pPr>
              <a:lvl7pPr marL="2447661" algn="l" defTabSz="815887" rtl="0" eaLnBrk="1" latinLnBrk="0" hangingPunct="1">
                <a:defRPr sz="1608" kern="1200">
                  <a:solidFill>
                    <a:schemeClr val="tx1"/>
                  </a:solidFill>
                  <a:latin typeface="+mn-lt"/>
                  <a:ea typeface="+mn-ea"/>
                  <a:cs typeface="+mn-cs"/>
                </a:defRPr>
              </a:lvl7pPr>
              <a:lvl8pPr marL="2855605" algn="l" defTabSz="815887" rtl="0" eaLnBrk="1" latinLnBrk="0" hangingPunct="1">
                <a:defRPr sz="1608" kern="1200">
                  <a:solidFill>
                    <a:schemeClr val="tx1"/>
                  </a:solidFill>
                  <a:latin typeface="+mn-lt"/>
                  <a:ea typeface="+mn-ea"/>
                  <a:cs typeface="+mn-cs"/>
                </a:defRPr>
              </a:lvl8pPr>
              <a:lvl9pPr marL="3263549" algn="l" defTabSz="815887" rtl="0" eaLnBrk="1" latinLnBrk="0" hangingPunct="1">
                <a:defRPr sz="1608" kern="1200">
                  <a:solidFill>
                    <a:schemeClr val="tx1"/>
                  </a:solidFill>
                  <a:latin typeface="+mn-lt"/>
                  <a:ea typeface="+mn-ea"/>
                  <a:cs typeface="+mn-cs"/>
                </a:defRPr>
              </a:lvl9pPr>
            </a:lstStyle>
            <a:p>
              <a:pPr algn="ctr"/>
              <a:r>
                <a:rPr lang="en-US" sz="4115">
                  <a:latin typeface="Avenir Next LT Pro" panose="020B0504020202020204" pitchFamily="34" charset="77"/>
                </a:rPr>
                <a:t>Experimentation</a:t>
              </a:r>
            </a:p>
          </p:txBody>
        </p:sp>
      </p:grpSp>
      <p:sp>
        <p:nvSpPr>
          <p:cNvPr id="82" name="TextBox 81">
            <a:extLst>
              <a:ext uri="{FF2B5EF4-FFF2-40B4-BE49-F238E27FC236}">
                <a16:creationId xmlns:a16="http://schemas.microsoft.com/office/drawing/2014/main" id="{4C2CF52B-D191-DA74-C89C-7675AA89F8AD}"/>
              </a:ext>
            </a:extLst>
          </p:cNvPr>
          <p:cNvSpPr txBox="1"/>
          <p:nvPr/>
        </p:nvSpPr>
        <p:spPr>
          <a:xfrm>
            <a:off x="23236844" y="26018836"/>
            <a:ext cx="184731" cy="1209114"/>
          </a:xfrm>
          <a:prstGeom prst="rect">
            <a:avLst/>
          </a:prstGeom>
          <a:noFill/>
        </p:spPr>
        <p:txBody>
          <a:bodyPr wrap="none" rtlCol="0">
            <a:spAutoFit/>
          </a:bodyPr>
          <a:lstStyle/>
          <a:p>
            <a:endParaRPr lang="en-US"/>
          </a:p>
        </p:txBody>
      </p:sp>
      <p:pic>
        <p:nvPicPr>
          <p:cNvPr id="2" name="Picture 1" descr="A mathematical equation with numbers and symbols&#10;&#10;AI-generated content may be incorrect.">
            <a:extLst>
              <a:ext uri="{FF2B5EF4-FFF2-40B4-BE49-F238E27FC236}">
                <a16:creationId xmlns:a16="http://schemas.microsoft.com/office/drawing/2014/main" id="{15130E1E-EE97-9175-31B5-3516CE9AB38D}"/>
              </a:ext>
            </a:extLst>
          </p:cNvPr>
          <p:cNvPicPr>
            <a:picLocks noChangeAspect="1"/>
          </p:cNvPicPr>
          <p:nvPr/>
        </p:nvPicPr>
        <p:blipFill>
          <a:blip r:embed="rId12"/>
          <a:srcRect t="8654" r="3845"/>
          <a:stretch/>
        </p:blipFill>
        <p:spPr>
          <a:xfrm>
            <a:off x="11566589" y="24392153"/>
            <a:ext cx="9381271" cy="1900968"/>
          </a:xfrm>
          <a:prstGeom prst="rect">
            <a:avLst/>
          </a:prstGeom>
        </p:spPr>
      </p:pic>
      <p:pic>
        <p:nvPicPr>
          <p:cNvPr id="3" name="Picture 2">
            <a:extLst>
              <a:ext uri="{FF2B5EF4-FFF2-40B4-BE49-F238E27FC236}">
                <a16:creationId xmlns:a16="http://schemas.microsoft.com/office/drawing/2014/main" id="{4A069F9A-9B0F-C815-16D4-601CE84A43E8}"/>
              </a:ext>
            </a:extLst>
          </p:cNvPr>
          <p:cNvPicPr>
            <a:picLocks noChangeAspect="1"/>
          </p:cNvPicPr>
          <p:nvPr/>
        </p:nvPicPr>
        <p:blipFill>
          <a:blip r:embed="rId13"/>
          <a:srcRect t="12809" b="9993"/>
          <a:stretch/>
        </p:blipFill>
        <p:spPr>
          <a:xfrm>
            <a:off x="11644223" y="30290947"/>
            <a:ext cx="9550160" cy="1273353"/>
          </a:xfrm>
          <a:prstGeom prst="rect">
            <a:avLst/>
          </a:prstGeom>
        </p:spPr>
      </p:pic>
      <p:sp>
        <p:nvSpPr>
          <p:cNvPr id="21" name="TextBox 20">
            <a:extLst>
              <a:ext uri="{FF2B5EF4-FFF2-40B4-BE49-F238E27FC236}">
                <a16:creationId xmlns:a16="http://schemas.microsoft.com/office/drawing/2014/main" id="{7DADFD1E-19F3-9411-9AAE-94525C8105E9}"/>
              </a:ext>
            </a:extLst>
          </p:cNvPr>
          <p:cNvSpPr txBox="1"/>
          <p:nvPr/>
        </p:nvSpPr>
        <p:spPr>
          <a:xfrm>
            <a:off x="11540345" y="31564300"/>
            <a:ext cx="10161916"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dirty="0"/>
              <a:t>Equation 3: </a:t>
            </a:r>
            <a:r>
              <a:rPr lang="en-US" sz="2000" dirty="0"/>
              <a:t>Taylor series approximation of Equation 2. This matches the Spring 2025 Clarification model.</a:t>
            </a:r>
            <a:r>
              <a:rPr lang="en-US" sz="2000" b="1" dirty="0"/>
              <a:t> </a:t>
            </a:r>
          </a:p>
        </p:txBody>
      </p:sp>
      <p:pic>
        <p:nvPicPr>
          <p:cNvPr id="22" name="Picture 21" descr="A diagram of a grid of boxes&#10;&#10;AI-generated content may be incorrect.">
            <a:extLst>
              <a:ext uri="{FF2B5EF4-FFF2-40B4-BE49-F238E27FC236}">
                <a16:creationId xmlns:a16="http://schemas.microsoft.com/office/drawing/2014/main" id="{0A7DC6C4-B13A-3A5F-96FA-B0514EAA92EA}"/>
              </a:ext>
            </a:extLst>
          </p:cNvPr>
          <p:cNvPicPr>
            <a:picLocks noChangeAspect="1"/>
          </p:cNvPicPr>
          <p:nvPr/>
        </p:nvPicPr>
        <p:blipFill>
          <a:blip r:embed="rId14"/>
          <a:srcRect t="4040"/>
          <a:stretch/>
        </p:blipFill>
        <p:spPr>
          <a:xfrm>
            <a:off x="13916957" y="15993683"/>
            <a:ext cx="5232280" cy="6851633"/>
          </a:xfrm>
          <a:prstGeom prst="rect">
            <a:avLst/>
          </a:prstGeom>
        </p:spPr>
      </p:pic>
      <p:sp>
        <p:nvSpPr>
          <p:cNvPr id="23" name="TextBox 22">
            <a:extLst>
              <a:ext uri="{FF2B5EF4-FFF2-40B4-BE49-F238E27FC236}">
                <a16:creationId xmlns:a16="http://schemas.microsoft.com/office/drawing/2014/main" id="{9CBE9BA1-6713-BA4C-421C-1DBA7AF88100}"/>
              </a:ext>
            </a:extLst>
          </p:cNvPr>
          <p:cNvSpPr txBox="1"/>
          <p:nvPr/>
        </p:nvSpPr>
        <p:spPr>
          <a:xfrm>
            <a:off x="11648875" y="26041306"/>
            <a:ext cx="954550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dirty="0"/>
              <a:t>Equation 2: </a:t>
            </a:r>
            <a:r>
              <a:rPr lang="en-US" sz="2000" dirty="0"/>
              <a:t>Discretized floc filter clarification model. </a:t>
            </a:r>
            <a:r>
              <a:rPr lang="en-US" sz="2000" b="1" dirty="0"/>
              <a:t> </a:t>
            </a:r>
          </a:p>
        </p:txBody>
      </p:sp>
      <p:sp>
        <p:nvSpPr>
          <p:cNvPr id="24" name="TextBox 23">
            <a:extLst>
              <a:ext uri="{FF2B5EF4-FFF2-40B4-BE49-F238E27FC236}">
                <a16:creationId xmlns:a16="http://schemas.microsoft.com/office/drawing/2014/main" id="{0CB2F1C5-5C8F-F5B8-55BF-7AA9A80DF469}"/>
              </a:ext>
            </a:extLst>
          </p:cNvPr>
          <p:cNvSpPr txBox="1"/>
          <p:nvPr/>
        </p:nvSpPr>
        <p:spPr>
          <a:xfrm>
            <a:off x="11783684" y="22783950"/>
            <a:ext cx="1016191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Figure 4: </a:t>
            </a:r>
            <a:r>
              <a:rPr lang="en-US" sz="2000" dirty="0"/>
              <a:t>Floc filter divided into boxes with primary particles entering from the bottom. </a:t>
            </a:r>
          </a:p>
        </p:txBody>
      </p:sp>
      <p:pic>
        <p:nvPicPr>
          <p:cNvPr id="15" name="Picture 14">
            <a:extLst>
              <a:ext uri="{FF2B5EF4-FFF2-40B4-BE49-F238E27FC236}">
                <a16:creationId xmlns:a16="http://schemas.microsoft.com/office/drawing/2014/main" id="{B01BE4A1-A834-AD79-4FE2-92F8789D6DD5}"/>
              </a:ext>
            </a:extLst>
          </p:cNvPr>
          <p:cNvPicPr>
            <a:picLocks noChangeAspect="1"/>
          </p:cNvPicPr>
          <p:nvPr/>
        </p:nvPicPr>
        <p:blipFill>
          <a:blip r:embed="rId15"/>
          <a:stretch>
            <a:fillRect/>
          </a:stretch>
        </p:blipFill>
        <p:spPr>
          <a:xfrm>
            <a:off x="28047809" y="8948138"/>
            <a:ext cx="2862543" cy="4980455"/>
          </a:xfrm>
          <a:prstGeom prst="rect">
            <a:avLst/>
          </a:prstGeom>
        </p:spPr>
      </p:pic>
      <p:pic>
        <p:nvPicPr>
          <p:cNvPr id="20" name="Picture 19" descr="Diagram of a process of dyeing&#10;&#10;AI-generated content may be incorrect.">
            <a:extLst>
              <a:ext uri="{FF2B5EF4-FFF2-40B4-BE49-F238E27FC236}">
                <a16:creationId xmlns:a16="http://schemas.microsoft.com/office/drawing/2014/main" id="{3B73EAA0-D9F3-519A-5D37-62CC892113E7}"/>
              </a:ext>
            </a:extLst>
          </p:cNvPr>
          <p:cNvPicPr>
            <a:picLocks noChangeAspect="1"/>
          </p:cNvPicPr>
          <p:nvPr/>
        </p:nvPicPr>
        <p:blipFill>
          <a:blip r:embed="rId16"/>
          <a:stretch>
            <a:fillRect/>
          </a:stretch>
        </p:blipFill>
        <p:spPr>
          <a:xfrm>
            <a:off x="24168447" y="17778423"/>
            <a:ext cx="6026062" cy="5329345"/>
          </a:xfrm>
          <a:prstGeom prst="rect">
            <a:avLst/>
          </a:prstGeom>
        </p:spPr>
      </p:pic>
      <p:sp>
        <p:nvSpPr>
          <p:cNvPr id="28" name="TextBox 27">
            <a:extLst>
              <a:ext uri="{FF2B5EF4-FFF2-40B4-BE49-F238E27FC236}">
                <a16:creationId xmlns:a16="http://schemas.microsoft.com/office/drawing/2014/main" id="{8478192E-154A-BAC4-8B76-FC35263FC06F}"/>
              </a:ext>
            </a:extLst>
          </p:cNvPr>
          <p:cNvSpPr txBox="1"/>
          <p:nvPr/>
        </p:nvSpPr>
        <p:spPr>
          <a:xfrm>
            <a:off x="22255598" y="22989256"/>
            <a:ext cx="1011784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dirty="0"/>
              <a:t>Figure 7: </a:t>
            </a:r>
            <a:r>
              <a:rPr lang="en-US" sz="2000" dirty="0"/>
              <a:t>Experimental setup. </a:t>
            </a:r>
            <a:endParaRPr lang="en-US" dirty="0"/>
          </a:p>
        </p:txBody>
      </p:sp>
      <p:pic>
        <p:nvPicPr>
          <p:cNvPr id="31" name="Picture 30" descr="Diagram of clarifier jet reversing&#10;&#10;Description automatically generated">
            <a:extLst>
              <a:ext uri="{FF2B5EF4-FFF2-40B4-BE49-F238E27FC236}">
                <a16:creationId xmlns:a16="http://schemas.microsoft.com/office/drawing/2014/main" id="{B9B02488-D849-FBF8-2CE0-100850F04087}"/>
              </a:ext>
            </a:extLst>
          </p:cNvPr>
          <p:cNvPicPr>
            <a:picLocks noChangeAspect="1"/>
          </p:cNvPicPr>
          <p:nvPr/>
        </p:nvPicPr>
        <p:blipFill>
          <a:blip r:embed="rId17"/>
          <a:srcRect r="196" b="820"/>
          <a:stretch>
            <a:fillRect/>
          </a:stretch>
        </p:blipFill>
        <p:spPr>
          <a:xfrm>
            <a:off x="1344843" y="15781188"/>
            <a:ext cx="8755297" cy="4175545"/>
          </a:xfrm>
          <a:prstGeom prst="rect">
            <a:avLst/>
          </a:prstGeom>
        </p:spPr>
      </p:pic>
      <p:pic>
        <p:nvPicPr>
          <p:cNvPr id="36" name="Picture 35" descr="A group of pink circles&#10;&#10;AI-generated content may be incorrect.">
            <a:extLst>
              <a:ext uri="{FF2B5EF4-FFF2-40B4-BE49-F238E27FC236}">
                <a16:creationId xmlns:a16="http://schemas.microsoft.com/office/drawing/2014/main" id="{1EAD17B9-D6EA-9C4A-2E6C-A91E4CF6D07C}"/>
              </a:ext>
            </a:extLst>
          </p:cNvPr>
          <p:cNvPicPr>
            <a:picLocks noChangeAspect="1"/>
          </p:cNvPicPr>
          <p:nvPr/>
        </p:nvPicPr>
        <p:blipFill>
          <a:blip r:embed="rId18"/>
          <a:stretch>
            <a:fillRect/>
          </a:stretch>
        </p:blipFill>
        <p:spPr>
          <a:xfrm>
            <a:off x="6158002" y="27067892"/>
            <a:ext cx="4463451" cy="2224538"/>
          </a:xfrm>
          <a:prstGeom prst="rect">
            <a:avLst/>
          </a:prstGeom>
        </p:spPr>
      </p:pic>
      <p:grpSp>
        <p:nvGrpSpPr>
          <p:cNvPr id="39" name="Group 38">
            <a:extLst>
              <a:ext uri="{FF2B5EF4-FFF2-40B4-BE49-F238E27FC236}">
                <a16:creationId xmlns:a16="http://schemas.microsoft.com/office/drawing/2014/main" id="{D5D57981-9074-23A7-872D-525E44C8CDC6}"/>
              </a:ext>
            </a:extLst>
          </p:cNvPr>
          <p:cNvGrpSpPr/>
          <p:nvPr/>
        </p:nvGrpSpPr>
        <p:grpSpPr>
          <a:xfrm>
            <a:off x="978916" y="27087570"/>
            <a:ext cx="5188883" cy="2211479"/>
            <a:chOff x="1047927" y="26777020"/>
            <a:chExt cx="5464928" cy="2418512"/>
          </a:xfrm>
        </p:grpSpPr>
        <p:pic>
          <p:nvPicPr>
            <p:cNvPr id="35" name="Picture 34" descr="A diagram of a diagram of a diagram of a diagram of a diagram of a diagram of a diagram of a diagram of a diagram of a diagram of a diagram of a diagram of a diagram of&#10;&#10;AI-generated content may be incorrect.">
              <a:extLst>
                <a:ext uri="{FF2B5EF4-FFF2-40B4-BE49-F238E27FC236}">
                  <a16:creationId xmlns:a16="http://schemas.microsoft.com/office/drawing/2014/main" id="{584BD3BE-CB0E-A756-5A99-D9D027370AF2}"/>
                </a:ext>
              </a:extLst>
            </p:cNvPr>
            <p:cNvPicPr>
              <a:picLocks noChangeAspect="1"/>
            </p:cNvPicPr>
            <p:nvPr/>
          </p:nvPicPr>
          <p:blipFill>
            <a:blip r:embed="rId19"/>
            <a:srcRect l="857" r="36667"/>
            <a:stretch>
              <a:fillRect/>
            </a:stretch>
          </p:blipFill>
          <p:spPr>
            <a:xfrm>
              <a:off x="1047927" y="26779897"/>
              <a:ext cx="3880576" cy="2396888"/>
            </a:xfrm>
            <a:prstGeom prst="rect">
              <a:avLst/>
            </a:prstGeom>
          </p:spPr>
        </p:pic>
        <p:pic>
          <p:nvPicPr>
            <p:cNvPr id="38" name="Picture 37" descr="A diagram of a diagram of a diagram of a diagram of a diagram of a diagram of a diagram of a diagram of a diagram of a diagram of a diagram of a diagram of a diagram of&#10;&#10;AI-generated content may be incorrect.">
              <a:extLst>
                <a:ext uri="{FF2B5EF4-FFF2-40B4-BE49-F238E27FC236}">
                  <a16:creationId xmlns:a16="http://schemas.microsoft.com/office/drawing/2014/main" id="{53147C32-FCF9-B8C8-1EC7-0C1160362FEF}"/>
                </a:ext>
              </a:extLst>
            </p:cNvPr>
            <p:cNvPicPr>
              <a:picLocks noChangeAspect="1"/>
            </p:cNvPicPr>
            <p:nvPr/>
          </p:nvPicPr>
          <p:blipFill>
            <a:blip r:embed="rId19"/>
            <a:srcRect l="54722" r="-1389" b="-902"/>
            <a:stretch>
              <a:fillRect/>
            </a:stretch>
          </p:blipFill>
          <p:spPr>
            <a:xfrm>
              <a:off x="3614278" y="26777020"/>
              <a:ext cx="2898577" cy="2418512"/>
            </a:xfrm>
            <a:prstGeom prst="rect">
              <a:avLst/>
            </a:prstGeom>
          </p:spPr>
        </p:pic>
      </p:grpSp>
      <p:pic>
        <p:nvPicPr>
          <p:cNvPr id="41" name="Picture 40" descr="A math equation with numbers and symbols&#10;&#10;AI-generated content may be incorrect.">
            <a:extLst>
              <a:ext uri="{FF2B5EF4-FFF2-40B4-BE49-F238E27FC236}">
                <a16:creationId xmlns:a16="http://schemas.microsoft.com/office/drawing/2014/main" id="{B1FE5D48-F9E9-4043-2E11-FAB94FB91702}"/>
              </a:ext>
            </a:extLst>
          </p:cNvPr>
          <p:cNvPicPr>
            <a:picLocks noChangeAspect="1"/>
          </p:cNvPicPr>
          <p:nvPr/>
        </p:nvPicPr>
        <p:blipFill>
          <a:blip r:embed="rId20"/>
          <a:stretch>
            <a:fillRect/>
          </a:stretch>
        </p:blipFill>
        <p:spPr>
          <a:xfrm>
            <a:off x="11777780" y="10518190"/>
            <a:ext cx="9082147" cy="1446956"/>
          </a:xfrm>
          <a:prstGeom prst="rect">
            <a:avLst/>
          </a:prstGeom>
        </p:spPr>
      </p:pic>
      <p:sp>
        <p:nvSpPr>
          <p:cNvPr id="47" name="TextBox 46">
            <a:extLst>
              <a:ext uri="{FF2B5EF4-FFF2-40B4-BE49-F238E27FC236}">
                <a16:creationId xmlns:a16="http://schemas.microsoft.com/office/drawing/2014/main" id="{21100CE0-77C2-22B4-EEE9-78EF51F0FEA5}"/>
              </a:ext>
            </a:extLst>
          </p:cNvPr>
          <p:cNvSpPr txBox="1"/>
          <p:nvPr/>
        </p:nvSpPr>
        <p:spPr>
          <a:xfrm>
            <a:off x="22131893" y="31580478"/>
            <a:ext cx="1011784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t>Figures 8, </a:t>
            </a:r>
            <a:r>
              <a:rPr lang="en-US" sz="2000" b="1" dirty="0"/>
              <a:t>9</a:t>
            </a:r>
            <a:r>
              <a:rPr lang="en-US" sz="2000" b="1"/>
              <a:t>: </a:t>
            </a:r>
            <a:r>
              <a:rPr lang="en-US" sz="2000" dirty="0"/>
              <a:t>Graph of fitted model vs actual data (left). Coagulant surface coverage as coagulant dose and influent turbidity increase (right).</a:t>
            </a:r>
            <a:endParaRPr lang="en-US" dirty="0"/>
          </a:p>
        </p:txBody>
      </p:sp>
      <p:pic>
        <p:nvPicPr>
          <p:cNvPr id="49" name="Picture 48" descr="A graph of a model&#10;&#10;Description automatically generated with medium confidence">
            <a:extLst>
              <a:ext uri="{FF2B5EF4-FFF2-40B4-BE49-F238E27FC236}">
                <a16:creationId xmlns:a16="http://schemas.microsoft.com/office/drawing/2014/main" id="{0D1E1E1D-54EF-D48D-DAA1-045F8734F886}"/>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22116516" y="26993177"/>
            <a:ext cx="5888732" cy="4664206"/>
          </a:xfrm>
          <a:prstGeom prst="rect">
            <a:avLst/>
          </a:prstGeom>
        </p:spPr>
      </p:pic>
      <p:sp>
        <p:nvSpPr>
          <p:cNvPr id="50" name="Rectangle 49">
            <a:extLst>
              <a:ext uri="{FF2B5EF4-FFF2-40B4-BE49-F238E27FC236}">
                <a16:creationId xmlns:a16="http://schemas.microsoft.com/office/drawing/2014/main" id="{880AD381-E046-E822-7CB0-20A400628791}"/>
              </a:ext>
            </a:extLst>
          </p:cNvPr>
          <p:cNvSpPr/>
          <p:nvPr/>
        </p:nvSpPr>
        <p:spPr>
          <a:xfrm>
            <a:off x="33146069" y="4352552"/>
            <a:ext cx="9992441" cy="752470"/>
          </a:xfrm>
          <a:prstGeom prst="rect">
            <a:avLst/>
          </a:prstGeom>
          <a:solidFill>
            <a:srgbClr val="08C6F1">
              <a:alpha val="36863"/>
            </a:srgbClr>
          </a:solidFill>
          <a:ln>
            <a:solidFill>
              <a:srgbClr val="08C6F1"/>
            </a:solidFill>
          </a:ln>
        </p:spPr>
        <p:style>
          <a:lnRef idx="2">
            <a:schemeClr val="accent1">
              <a:shade val="50000"/>
            </a:schemeClr>
          </a:lnRef>
          <a:fillRef idx="1">
            <a:schemeClr val="accent1"/>
          </a:fillRef>
          <a:effectRef idx="0">
            <a:schemeClr val="accent1"/>
          </a:effectRef>
          <a:fontRef idx="minor">
            <a:schemeClr val="lt1"/>
          </a:fontRef>
        </p:style>
        <p:txBody>
          <a:bodyPr lIns="235131" tIns="235131" rIns="235131" bIns="235131" rtlCol="0" anchor="ctr"/>
          <a:lstStyle>
            <a:defPPr>
              <a:defRPr lang="en-US"/>
            </a:defPPr>
            <a:lvl1pPr marL="0" algn="l" defTabSz="815887" rtl="0" eaLnBrk="1" latinLnBrk="0" hangingPunct="1">
              <a:defRPr sz="1608" kern="1200">
                <a:solidFill>
                  <a:schemeClr val="tx1"/>
                </a:solidFill>
                <a:latin typeface="+mn-lt"/>
                <a:ea typeface="+mn-ea"/>
                <a:cs typeface="+mn-cs"/>
              </a:defRPr>
            </a:lvl1pPr>
            <a:lvl2pPr marL="407944" algn="l" defTabSz="815887" rtl="0" eaLnBrk="1" latinLnBrk="0" hangingPunct="1">
              <a:defRPr sz="1608" kern="1200">
                <a:solidFill>
                  <a:schemeClr val="tx1"/>
                </a:solidFill>
                <a:latin typeface="+mn-lt"/>
                <a:ea typeface="+mn-ea"/>
                <a:cs typeface="+mn-cs"/>
              </a:defRPr>
            </a:lvl2pPr>
            <a:lvl3pPr marL="815887" algn="l" defTabSz="815887" rtl="0" eaLnBrk="1" latinLnBrk="0" hangingPunct="1">
              <a:defRPr sz="1608" kern="1200">
                <a:solidFill>
                  <a:schemeClr val="tx1"/>
                </a:solidFill>
                <a:latin typeface="+mn-lt"/>
                <a:ea typeface="+mn-ea"/>
                <a:cs typeface="+mn-cs"/>
              </a:defRPr>
            </a:lvl3pPr>
            <a:lvl4pPr marL="1223831" algn="l" defTabSz="815887" rtl="0" eaLnBrk="1" latinLnBrk="0" hangingPunct="1">
              <a:defRPr sz="1608" kern="1200">
                <a:solidFill>
                  <a:schemeClr val="tx1"/>
                </a:solidFill>
                <a:latin typeface="+mn-lt"/>
                <a:ea typeface="+mn-ea"/>
                <a:cs typeface="+mn-cs"/>
              </a:defRPr>
            </a:lvl4pPr>
            <a:lvl5pPr marL="1631774" algn="l" defTabSz="815887" rtl="0" eaLnBrk="1" latinLnBrk="0" hangingPunct="1">
              <a:defRPr sz="1608" kern="1200">
                <a:solidFill>
                  <a:schemeClr val="tx1"/>
                </a:solidFill>
                <a:latin typeface="+mn-lt"/>
                <a:ea typeface="+mn-ea"/>
                <a:cs typeface="+mn-cs"/>
              </a:defRPr>
            </a:lvl5pPr>
            <a:lvl6pPr marL="2039718" algn="l" defTabSz="815887" rtl="0" eaLnBrk="1" latinLnBrk="0" hangingPunct="1">
              <a:defRPr sz="1608" kern="1200">
                <a:solidFill>
                  <a:schemeClr val="tx1"/>
                </a:solidFill>
                <a:latin typeface="+mn-lt"/>
                <a:ea typeface="+mn-ea"/>
                <a:cs typeface="+mn-cs"/>
              </a:defRPr>
            </a:lvl6pPr>
            <a:lvl7pPr marL="2447661" algn="l" defTabSz="815887" rtl="0" eaLnBrk="1" latinLnBrk="0" hangingPunct="1">
              <a:defRPr sz="1608" kern="1200">
                <a:solidFill>
                  <a:schemeClr val="tx1"/>
                </a:solidFill>
                <a:latin typeface="+mn-lt"/>
                <a:ea typeface="+mn-ea"/>
                <a:cs typeface="+mn-cs"/>
              </a:defRPr>
            </a:lvl7pPr>
            <a:lvl8pPr marL="2855605" algn="l" defTabSz="815887" rtl="0" eaLnBrk="1" latinLnBrk="0" hangingPunct="1">
              <a:defRPr sz="1608" kern="1200">
                <a:solidFill>
                  <a:schemeClr val="tx1"/>
                </a:solidFill>
                <a:latin typeface="+mn-lt"/>
                <a:ea typeface="+mn-ea"/>
                <a:cs typeface="+mn-cs"/>
              </a:defRPr>
            </a:lvl8pPr>
            <a:lvl9pPr marL="3263549" algn="l" defTabSz="815887" rtl="0" eaLnBrk="1" latinLnBrk="0" hangingPunct="1">
              <a:defRPr sz="1608" kern="1200">
                <a:solidFill>
                  <a:schemeClr val="tx1"/>
                </a:solidFill>
                <a:latin typeface="+mn-lt"/>
                <a:ea typeface="+mn-ea"/>
                <a:cs typeface="+mn-cs"/>
              </a:defRPr>
            </a:lvl9pPr>
          </a:lstStyle>
          <a:p>
            <a:pPr algn="ctr"/>
            <a:r>
              <a:rPr lang="en-US" sz="4115" dirty="0">
                <a:latin typeface="Avenir Next LT Pro" panose="020B0504020202020204" pitchFamily="34" charset="77"/>
              </a:rPr>
              <a:t>Discussion</a:t>
            </a:r>
          </a:p>
        </p:txBody>
      </p:sp>
      <p:sp>
        <p:nvSpPr>
          <p:cNvPr id="51" name="TextBox 50">
            <a:extLst>
              <a:ext uri="{FF2B5EF4-FFF2-40B4-BE49-F238E27FC236}">
                <a16:creationId xmlns:a16="http://schemas.microsoft.com/office/drawing/2014/main" id="{3E1F8A4D-4783-C5A8-391D-7A4A8862BAE0}"/>
              </a:ext>
            </a:extLst>
          </p:cNvPr>
          <p:cNvSpPr txBox="1"/>
          <p:nvPr/>
        </p:nvSpPr>
        <p:spPr>
          <a:xfrm>
            <a:off x="33146070" y="5267721"/>
            <a:ext cx="10013610" cy="82791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latin typeface="Avenir Next LT Pro"/>
                <a:ea typeface="+mn-lt"/>
                <a:cs typeface="+mn-lt"/>
              </a:rPr>
              <a:t>The extremely low predicted dosage appears to be the result of the model calculating extremely high coagulant coverage at all given datapoints, as shown in Figure 7. This previously went unnoticed in part due to a mistake in the calculation for a coefficient relating the coagulant dosage to coagulant coverage. While the new calculation is consistent with other work in the literature</a:t>
            </a:r>
            <a:r>
              <a:rPr lang="en-US" sz="2800" baseline="30000" dirty="0">
                <a:latin typeface="Avenir Next LT Pro"/>
                <a:ea typeface="+mn-lt"/>
                <a:cs typeface="+mn-lt"/>
              </a:rPr>
              <a:t>[4]</a:t>
            </a:r>
            <a:r>
              <a:rPr lang="en-US" sz="2800" dirty="0">
                <a:latin typeface="Avenir Next LT Pro"/>
                <a:ea typeface="+mn-lt"/>
                <a:cs typeface="+mn-lt"/>
              </a:rPr>
              <a:t>, the resulting coagulant coverage in un-physical.</a:t>
            </a:r>
          </a:p>
          <a:p>
            <a:r>
              <a:rPr lang="en-US" sz="2800" dirty="0">
                <a:latin typeface="Avenir Next LT Pro"/>
                <a:ea typeface="+mn-lt"/>
                <a:cs typeface="+mn-lt"/>
              </a:rPr>
              <a:t>One explanation is that the model needs to account for coagulant that was added to the influent but remained in solution rather than adhering to the primary particles. If a large amount of coagulant remains in solution, this could significantly reduce the coagulant coverage of both the initial primary particles and the flocs in the floc filter.</a:t>
            </a:r>
          </a:p>
          <a:p>
            <a:r>
              <a:rPr lang="en-US" sz="2800" dirty="0">
                <a:latin typeface="Avenir Next LT Pro"/>
                <a:ea typeface="+mn-lt"/>
                <a:cs typeface="+mn-lt"/>
              </a:rPr>
              <a:t>Additionally, the close relation between the discretized and continuous clarification models indicates that both models are nearly interchangeable. This may have implications for the implementation of automated coagulant dosing, where one model may be less computationally intensive.</a:t>
            </a:r>
          </a:p>
        </p:txBody>
      </p:sp>
      <p:sp>
        <p:nvSpPr>
          <p:cNvPr id="54" name="Rectangle 53">
            <a:extLst>
              <a:ext uri="{FF2B5EF4-FFF2-40B4-BE49-F238E27FC236}">
                <a16:creationId xmlns:a16="http://schemas.microsoft.com/office/drawing/2014/main" id="{A1B08987-EF0E-72DA-7090-252748E7E33D}"/>
              </a:ext>
            </a:extLst>
          </p:cNvPr>
          <p:cNvSpPr/>
          <p:nvPr/>
        </p:nvSpPr>
        <p:spPr>
          <a:xfrm>
            <a:off x="33131306" y="5129754"/>
            <a:ext cx="10028374" cy="8461582"/>
          </a:xfrm>
          <a:prstGeom prst="rect">
            <a:avLst/>
          </a:prstGeom>
          <a:noFill/>
          <a:ln>
            <a:solidFill>
              <a:srgbClr val="08C6F1"/>
            </a:solidFill>
          </a:ln>
        </p:spPr>
        <p:style>
          <a:lnRef idx="2">
            <a:schemeClr val="accent1">
              <a:shade val="50000"/>
            </a:schemeClr>
          </a:lnRef>
          <a:fillRef idx="1">
            <a:schemeClr val="accent1"/>
          </a:fillRef>
          <a:effectRef idx="0">
            <a:schemeClr val="accent1"/>
          </a:effectRef>
          <a:fontRef idx="minor">
            <a:schemeClr val="lt1"/>
          </a:fontRef>
        </p:style>
        <p:txBody>
          <a:bodyPr lIns="235131" tIns="235131" rIns="235131" bIns="235131" rtlCol="0" anchor="t"/>
          <a:lstStyle>
            <a:defPPr>
              <a:defRPr lang="en-US"/>
            </a:defPPr>
            <a:lvl1pPr marL="0" algn="l" defTabSz="815887" rtl="0" eaLnBrk="1" latinLnBrk="0" hangingPunct="1">
              <a:defRPr sz="1608" kern="1200">
                <a:solidFill>
                  <a:schemeClr val="tx1"/>
                </a:solidFill>
                <a:latin typeface="+mn-lt"/>
                <a:ea typeface="+mn-ea"/>
                <a:cs typeface="+mn-cs"/>
              </a:defRPr>
            </a:lvl1pPr>
            <a:lvl2pPr marL="407944" algn="l" defTabSz="815887" rtl="0" eaLnBrk="1" latinLnBrk="0" hangingPunct="1">
              <a:defRPr sz="1608" kern="1200">
                <a:solidFill>
                  <a:schemeClr val="tx1"/>
                </a:solidFill>
                <a:latin typeface="+mn-lt"/>
                <a:ea typeface="+mn-ea"/>
                <a:cs typeface="+mn-cs"/>
              </a:defRPr>
            </a:lvl2pPr>
            <a:lvl3pPr marL="815887" algn="l" defTabSz="815887" rtl="0" eaLnBrk="1" latinLnBrk="0" hangingPunct="1">
              <a:defRPr sz="1608" kern="1200">
                <a:solidFill>
                  <a:schemeClr val="tx1"/>
                </a:solidFill>
                <a:latin typeface="+mn-lt"/>
                <a:ea typeface="+mn-ea"/>
                <a:cs typeface="+mn-cs"/>
              </a:defRPr>
            </a:lvl3pPr>
            <a:lvl4pPr marL="1223831" algn="l" defTabSz="815887" rtl="0" eaLnBrk="1" latinLnBrk="0" hangingPunct="1">
              <a:defRPr sz="1608" kern="1200">
                <a:solidFill>
                  <a:schemeClr val="tx1"/>
                </a:solidFill>
                <a:latin typeface="+mn-lt"/>
                <a:ea typeface="+mn-ea"/>
                <a:cs typeface="+mn-cs"/>
              </a:defRPr>
            </a:lvl4pPr>
            <a:lvl5pPr marL="1631774" algn="l" defTabSz="815887" rtl="0" eaLnBrk="1" latinLnBrk="0" hangingPunct="1">
              <a:defRPr sz="1608" kern="1200">
                <a:solidFill>
                  <a:schemeClr val="tx1"/>
                </a:solidFill>
                <a:latin typeface="+mn-lt"/>
                <a:ea typeface="+mn-ea"/>
                <a:cs typeface="+mn-cs"/>
              </a:defRPr>
            </a:lvl5pPr>
            <a:lvl6pPr marL="2039718" algn="l" defTabSz="815887" rtl="0" eaLnBrk="1" latinLnBrk="0" hangingPunct="1">
              <a:defRPr sz="1608" kern="1200">
                <a:solidFill>
                  <a:schemeClr val="tx1"/>
                </a:solidFill>
                <a:latin typeface="+mn-lt"/>
                <a:ea typeface="+mn-ea"/>
                <a:cs typeface="+mn-cs"/>
              </a:defRPr>
            </a:lvl6pPr>
            <a:lvl7pPr marL="2447661" algn="l" defTabSz="815887" rtl="0" eaLnBrk="1" latinLnBrk="0" hangingPunct="1">
              <a:defRPr sz="1608" kern="1200">
                <a:solidFill>
                  <a:schemeClr val="tx1"/>
                </a:solidFill>
                <a:latin typeface="+mn-lt"/>
                <a:ea typeface="+mn-ea"/>
                <a:cs typeface="+mn-cs"/>
              </a:defRPr>
            </a:lvl7pPr>
            <a:lvl8pPr marL="2855605" algn="l" defTabSz="815887" rtl="0" eaLnBrk="1" latinLnBrk="0" hangingPunct="1">
              <a:defRPr sz="1608" kern="1200">
                <a:solidFill>
                  <a:schemeClr val="tx1"/>
                </a:solidFill>
                <a:latin typeface="+mn-lt"/>
                <a:ea typeface="+mn-ea"/>
                <a:cs typeface="+mn-cs"/>
              </a:defRPr>
            </a:lvl8pPr>
            <a:lvl9pPr marL="3263549" algn="l" defTabSz="815887" rtl="0" eaLnBrk="1" latinLnBrk="0" hangingPunct="1">
              <a:defRPr sz="1608" kern="1200">
                <a:solidFill>
                  <a:schemeClr val="tx1"/>
                </a:solidFill>
                <a:latin typeface="+mn-lt"/>
                <a:ea typeface="+mn-ea"/>
                <a:cs typeface="+mn-cs"/>
              </a:defRPr>
            </a:lvl9pPr>
          </a:lstStyle>
          <a:p>
            <a:endParaRPr lang="en-US" sz="2800">
              <a:latin typeface="Avenir Next LT Pro" panose="020B0504020202020204" pitchFamily="34" charset="77"/>
            </a:endParaRPr>
          </a:p>
        </p:txBody>
      </p:sp>
      <p:sp>
        <p:nvSpPr>
          <p:cNvPr id="56" name="TextBox 55">
            <a:extLst>
              <a:ext uri="{FF2B5EF4-FFF2-40B4-BE49-F238E27FC236}">
                <a16:creationId xmlns:a16="http://schemas.microsoft.com/office/drawing/2014/main" id="{1560FC0C-8475-91E8-7D57-B0E3E7FF76E0}"/>
              </a:ext>
            </a:extLst>
          </p:cNvPr>
          <p:cNvSpPr txBox="1"/>
          <p:nvPr/>
        </p:nvSpPr>
        <p:spPr>
          <a:xfrm>
            <a:off x="11663673" y="11637756"/>
            <a:ext cx="954550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dirty="0"/>
              <a:t>Equation 1: </a:t>
            </a:r>
            <a:r>
              <a:rPr lang="en-US" sz="2000" dirty="0"/>
              <a:t>Coupled Flocculation-Sedimentation model. </a:t>
            </a:r>
            <a:r>
              <a:rPr lang="en-US" sz="2000" b="1" dirty="0"/>
              <a:t> </a:t>
            </a:r>
          </a:p>
        </p:txBody>
      </p:sp>
      <p:pic>
        <p:nvPicPr>
          <p:cNvPr id="59" name="Picture 58" descr="A graph of a substance&#10;&#10;Description automatically generated with medium confidence">
            <a:extLst>
              <a:ext uri="{FF2B5EF4-FFF2-40B4-BE49-F238E27FC236}">
                <a16:creationId xmlns:a16="http://schemas.microsoft.com/office/drawing/2014/main" id="{B0B2A52E-D6FF-D346-A44B-BC5301DC05FE}"/>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7801651" y="27393303"/>
            <a:ext cx="4448090" cy="4170997"/>
          </a:xfrm>
          <a:prstGeom prst="rect">
            <a:avLst/>
          </a:prstGeom>
        </p:spPr>
      </p:pic>
    </p:spTree>
    <p:extLst>
      <p:ext uri="{BB962C8B-B14F-4D97-AF65-F5344CB8AC3E}">
        <p14:creationId xmlns:p14="http://schemas.microsoft.com/office/powerpoint/2010/main" val="572306688"/>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253</TotalTime>
  <Words>1420</Words>
  <Application>Microsoft Macintosh PowerPoint</Application>
  <PresentationFormat>Custom</PresentationFormat>
  <Paragraphs>156</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Avenir Next LT Pro</vt:lpstr>
      <vt:lpstr>Avenir Next LT Pro Demi</vt:lpstr>
      <vt:lpstr>Nunito</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Alex Alexander Gardocki</cp:lastModifiedBy>
  <cp:revision>11</cp:revision>
  <dcterms:created xsi:type="dcterms:W3CDTF">2025-04-12T15:01:05Z</dcterms:created>
  <dcterms:modified xsi:type="dcterms:W3CDTF">2026-04-25T21:27:31Z</dcterms:modified>
</cp:coreProperties>
</file>